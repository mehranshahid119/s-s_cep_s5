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6.xml" ContentType="application/vnd.openxmlformats-officedocument.theme+xml"/>
  <Override PartName="/ppt/slideLayouts/slideLayout9.xml" ContentType="application/vnd.openxmlformats-officedocument.presentationml.slideLayout+xml"/>
  <Override PartName="/ppt/theme/theme7.xml" ContentType="application/vnd.openxmlformats-officedocument.theme+xml"/>
  <Override PartName="/ppt/slideLayouts/slideLayout10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slides/slide5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charts/chart1.xml" ContentType="application/vnd.openxmlformats-officedocument.drawingml.chart+xml"/>
  <Override PartName="/ppt/slides/slide36.xml" ContentType="application/vnd.openxmlformats-officedocument.presentationml.slide+xml"/>
  <Override PartName="/ppt/charts/chart2.xml" ContentType="application/vnd.openxmlformats-officedocument.drawingml.chart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charts/chart3.xml" ContentType="application/vnd.openxmlformats-officedocument.drawingml.chart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charts/chart4.xml" ContentType="application/vnd.openxmlformats-officedocument.drawingml.chart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charts/chart5.xml" ContentType="application/vnd.openxmlformats-officedocument.drawingml.chart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charts/chart6.xml" ContentType="application/vnd.openxmlformats-officedocument.drawingml.chart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charts/chart7.xml" ContentType="application/vnd.openxmlformats-officedocument.drawingml.chart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charts/chart8.xml" ContentType="application/vnd.openxmlformats-officedocument.drawingml.chart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charts/chart9.xml" ContentType="application/vnd.openxmlformats-officedocument.drawingml.chart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charts/chart10.xml" ContentType="application/vnd.openxmlformats-officedocument.drawingml.chart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charts/chart11.xml" ContentType="application/vnd.openxmlformats-officedocument.drawingml.chart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charts/chart12.xml" ContentType="application/vnd.openxmlformats-officedocument.drawingml.chart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charts/chart13.xml" ContentType="application/vnd.openxmlformats-officedocument.drawingml.chart+xml"/>
  <Override PartName="/ppt/slides/slide59.xml" ContentType="application/vnd.openxmlformats-officedocument.presentationml.slide+xml"/>
  <Override PartName="/ppt/charts/chart14.xml" ContentType="application/vnd.openxmlformats-officedocument.drawingml.chart+xml"/>
  <Override PartName="/ppt/slides/slide60.xml" ContentType="application/vnd.openxmlformats-officedocument.presentationml.slide+xml"/>
  <Override PartName="/ppt/charts/chart15.xml" ContentType="application/vnd.openxmlformats-officedocument.drawingml.chart+xml"/>
  <Override PartName="/ppt/slides/slide61.xml" ContentType="application/vnd.openxmlformats-officedocument.presentationml.slide+xml"/>
  <Override PartName="/ppt/charts/chart16.xml" ContentType="application/vnd.openxmlformats-officedocument.drawingml.chart+xml"/>
  <Override PartName="/ppt/slides/slide62.xml" ContentType="application/vnd.openxmlformats-officedocument.presentationml.slide+xml"/>
  <Override PartName="/ppt/charts/chart17.xml" ContentType="application/vnd.openxmlformats-officedocument.drawingml.chart+xml"/>
  <Override PartName="/ppt/slides/slide63.xml" ContentType="application/vnd.openxmlformats-officedocument.presentationml.slide+xml"/>
  <Override PartName="/ppt/charts/chart18.xml" ContentType="application/vnd.openxmlformats-officedocument.drawingml.chart+xml"/>
  <Override PartName="/ppt/slides/slide64.xml" ContentType="application/vnd.openxmlformats-officedocument.presentationml.slide+xml"/>
  <Override PartName="/ppt/charts/chart19.xml" ContentType="application/vnd.openxmlformats-officedocument.drawingml.chart+xml"/>
  <Override PartName="/ppt/slides/slide65.xml" ContentType="application/vnd.openxmlformats-officedocument.presentationml.slide+xml"/>
  <Override PartName="/ppt/charts/chart20.xml" ContentType="application/vnd.openxmlformats-officedocument.drawingml.chart+xml"/>
  <Override PartName="/ppt/slides/slide66.xml" ContentType="application/vnd.openxmlformats-officedocument.presentationml.slide+xml"/>
  <Override PartName="/ppt/charts/chart21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2"/>
    <p:sldMasterId id="2147483650" r:id="rId3"/>
    <p:sldMasterId id="2147483662" r:id="rId4"/>
    <p:sldMasterId id="2147483695" r:id="rId5"/>
    <p:sldMasterId id="2147483676" r:id="rId6"/>
    <p:sldMasterId id="2147483678" r:id="rId7"/>
    <p:sldMasterId id="2147483704" r:id="rId8"/>
    <p:sldMasterId id="2147483706" r:id="rId9"/>
  </p:sldMasterIdLst>
  <p:notesMasterIdLst>
    <p:notesMasterId r:id="rId21"/>
  </p:notesMasterIdLst>
  <p:sldIdLst>
    <p:sldId id="256" r:id="R9e478872a4fe447c"/>
    <p:sldId id="257" r:id="Refea8e11ec6b45b8"/>
    <p:sldId id="258" r:id="R6953fdc265a146af"/>
    <p:sldId id="259" r:id="R899328d63b18410e"/>
    <p:sldId id="260" r:id="R932ac51f6e984f26"/>
    <p:sldId id="261" r:id="R3de33a5ade294bb9"/>
    <p:sldId id="262" r:id="Rb0ca9799ba444e58"/>
    <p:sldId id="263" r:id="R2a183403351c4f06"/>
    <p:sldId id="264" r:id="Rcafdcebb56f14f74"/>
    <p:sldId id="265" r:id="Rb6b348598494441c"/>
    <p:sldId id="266" r:id="Ra55d8aed0e2a4f7f"/>
    <p:sldId id="267" r:id="R15cccfd7118d4905"/>
    <p:sldId id="268" r:id="Rfba2043962fe4c23"/>
    <p:sldId id="269" r:id="R0affbccf02f348e3"/>
    <p:sldId id="270" r:id="Rc87d48f9fc9a4def"/>
    <p:sldId id="271" r:id="R656532d7125245ac"/>
    <p:sldId id="272" r:id="R20dc2409d8d94e74"/>
    <p:sldId id="273" r:id="Ra3f174d38dfb458e"/>
    <p:sldId id="274" r:id="R21b6b338d55a4072"/>
    <p:sldId id="275" r:id="Rf2342e2a5cfd4e87"/>
    <p:sldId id="276" r:id="Rad90d54a91cf4c4a"/>
    <p:sldId id="277" r:id="R6185e58d31cc4ed0"/>
    <p:sldId id="278" r:id="R062cf1725b834381"/>
    <p:sldId id="279" r:id="Rec7e37f07de04ad4"/>
    <p:sldId id="280" r:id="Rf9d7d15351a84663"/>
    <p:sldId id="281" r:id="Re31230a905d84851"/>
    <p:sldId id="282" r:id="Rb4b93b71312941c2"/>
    <p:sldId id="283" r:id="R71fa555c608d4ef8"/>
    <p:sldId id="284" r:id="R0efa6125a52a4b43"/>
    <p:sldId id="285" r:id="R8c825a81ebd940d4"/>
    <p:sldId id="286" r:id="R8d4ee58497604787"/>
    <p:sldId id="287" r:id="R136d0e63f35a4647"/>
    <p:sldId id="288" r:id="Rb3c8707183c64bef"/>
    <p:sldId id="289" r:id="R2277908eae5440e2"/>
    <p:sldId id="290" r:id="Rfa34ea1386e3496d"/>
    <p:sldId id="291" r:id="Re67bfd9d32e44501"/>
    <p:sldId id="292" r:id="Rca49a15bb6784483"/>
    <p:sldId id="293" r:id="Raa979332ffd54a54"/>
    <p:sldId id="294" r:id="R6d0d889ec5a24240"/>
    <p:sldId id="295" r:id="Rb2e65eebd0e24baf"/>
    <p:sldId id="296" r:id="R70c043166aa942e5"/>
    <p:sldId id="297" r:id="R96d2370ff3be457b"/>
    <p:sldId id="298" r:id="Rbfa004b828ba4a28"/>
    <p:sldId id="299" r:id="R6b1f4c79e17d4853"/>
    <p:sldId id="300" r:id="R245f49deece54c6a"/>
    <p:sldId id="301" r:id="R5007d275489f4b95"/>
    <p:sldId id="302" r:id="R8e7ec12c9429471f"/>
    <p:sldId id="303" r:id="Ra6447965e8244ed1"/>
    <p:sldId id="304" r:id="Rae5f797bf7a24881"/>
    <p:sldId id="305" r:id="Raadd6bed280048e4"/>
    <p:sldId id="306" r:id="R1f39d65a7da74800"/>
    <p:sldId id="307" r:id="Rdb8eb3f6546a4ddc"/>
    <p:sldId id="308" r:id="R3a142fce3114412b"/>
    <p:sldId id="309" r:id="R7eba1fe96ad54c3d"/>
    <p:sldId id="310" r:id="R2ce9473679e44168"/>
    <p:sldId id="311" r:id="R33e6d1175ae7438a"/>
    <p:sldId id="312" r:id="Rbe012bc422734630"/>
    <p:sldId id="313" r:id="Ra3d01b8ef6ca4df3"/>
    <p:sldId id="314" r:id="Rf12ab1d5ae154851"/>
    <p:sldId id="315" r:id="Ra394be15d0f346e7"/>
    <p:sldId id="316" r:id="R4bed1c1f522f44dd"/>
    <p:sldId id="317" r:id="R7f8d1de77e06471b"/>
    <p:sldId id="318" r:id="Re48ba497cf3e404f"/>
    <p:sldId id="319" r:id="R0e3c7d966aff4f0d"/>
    <p:sldId id="320" r:id="R9bd7b96145434493"/>
    <p:sldId id="321" r:id="Rb4f903621836485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5327"/>
    <a:srgbClr val="FF6600"/>
    <a:srgbClr val="4D46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7" autoAdjust="0"/>
    <p:restoredTop sz="94748" autoAdjust="0"/>
  </p:normalViewPr>
  <p:slideViewPr>
    <p:cSldViewPr>
      <p:cViewPr>
        <p:scale>
          <a:sx n="98" d="100"/>
          <a:sy n="98" d="100"/>
        </p:scale>
        <p:origin x="-72" y="3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1974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slideMasters/slideMaster7.xml" Id="rId8" /><Relationship Type="http://schemas.openxmlformats.org/officeDocument/2006/relationships/slideMaster" Target="slideMasters/slideMaster2.xml" Id="rId3" /><Relationship Type="http://schemas.openxmlformats.org/officeDocument/2006/relationships/notesMaster" Target="notesMasters/notesMaster1.xml" Id="rId21" /><Relationship Type="http://schemas.openxmlformats.org/officeDocument/2006/relationships/slideMaster" Target="slideMasters/slideMaster6.xml" Id="rId7" /><Relationship Type="http://schemas.openxmlformats.org/officeDocument/2006/relationships/tableStyles" Target="tableStyles.xml" Id="rId25" /><Relationship Type="http://schemas.openxmlformats.org/officeDocument/2006/relationships/slideMaster" Target="slideMasters/slideMaster1.xml" Id="rId2" /><Relationship Type="http://schemas.openxmlformats.org/officeDocument/2006/relationships/customXml" Target="../customXml/item1.xml" Id="rId1" /><Relationship Type="http://schemas.openxmlformats.org/officeDocument/2006/relationships/slideMaster" Target="slideMasters/slideMaster5.xml" Id="rId6" /><Relationship Type="http://schemas.openxmlformats.org/officeDocument/2006/relationships/theme" Target="theme/theme1.xml" Id="rId24" /><Relationship Type="http://schemas.openxmlformats.org/officeDocument/2006/relationships/slideMaster" Target="slideMasters/slideMaster4.xml" Id="rId5" /><Relationship Type="http://schemas.openxmlformats.org/officeDocument/2006/relationships/viewProps" Target="viewProps.xml" Id="rId23" /><Relationship Type="http://schemas.openxmlformats.org/officeDocument/2006/relationships/slideMaster" Target="slideMasters/slideMaster3.xml" Id="rId4" /><Relationship Type="http://schemas.openxmlformats.org/officeDocument/2006/relationships/slideMaster" Target="slideMasters/slideMaster8.xml" Id="rId9" /><Relationship Type="http://schemas.openxmlformats.org/officeDocument/2006/relationships/presProps" Target="presProps.xml" Id="rId22" /><Relationship Type="http://schemas.openxmlformats.org/officeDocument/2006/relationships/slide" Target="slides/slide1.xml" Id="R9e478872a4fe447c" /><Relationship Type="http://schemas.openxmlformats.org/officeDocument/2006/relationships/slide" Target="slides/slide2.xml" Id="Refea8e11ec6b45b8" /><Relationship Type="http://schemas.openxmlformats.org/officeDocument/2006/relationships/slide" Target="slides/slide3.xml" Id="R6953fdc265a146af" /><Relationship Type="http://schemas.openxmlformats.org/officeDocument/2006/relationships/slide" Target="slides/slide4.xml" Id="R899328d63b18410e" /><Relationship Type="http://schemas.openxmlformats.org/officeDocument/2006/relationships/slide" Target="slides/slide5.xml" Id="R932ac51f6e984f26" /><Relationship Type="http://schemas.openxmlformats.org/officeDocument/2006/relationships/slide" Target="slides/slide6.xml" Id="R3de33a5ade294bb9" /><Relationship Type="http://schemas.openxmlformats.org/officeDocument/2006/relationships/slide" Target="slides/slide7.xml" Id="Rb0ca9799ba444e58" /><Relationship Type="http://schemas.openxmlformats.org/officeDocument/2006/relationships/slide" Target="slides/slide8.xml" Id="R2a183403351c4f06" /><Relationship Type="http://schemas.openxmlformats.org/officeDocument/2006/relationships/slide" Target="slides/slide9.xml" Id="Rcafdcebb56f14f74" /><Relationship Type="http://schemas.openxmlformats.org/officeDocument/2006/relationships/slide" Target="slides/slide10.xml" Id="Rb6b348598494441c" /><Relationship Type="http://schemas.openxmlformats.org/officeDocument/2006/relationships/slide" Target="slides/slide11.xml" Id="Ra55d8aed0e2a4f7f" /><Relationship Type="http://schemas.openxmlformats.org/officeDocument/2006/relationships/slide" Target="slides/slide12.xml" Id="R15cccfd7118d4905" /><Relationship Type="http://schemas.openxmlformats.org/officeDocument/2006/relationships/slide" Target="slides/slide13.xml" Id="Rfba2043962fe4c23" /><Relationship Type="http://schemas.openxmlformats.org/officeDocument/2006/relationships/slide" Target="slides/slide14.xml" Id="R0affbccf02f348e3" /><Relationship Type="http://schemas.openxmlformats.org/officeDocument/2006/relationships/slide" Target="slides/slide15.xml" Id="Rc87d48f9fc9a4def" /><Relationship Type="http://schemas.openxmlformats.org/officeDocument/2006/relationships/slide" Target="slides/slide16.xml" Id="R656532d7125245ac" /><Relationship Type="http://schemas.openxmlformats.org/officeDocument/2006/relationships/slide" Target="slides/slide17.xml" Id="R20dc2409d8d94e74" /><Relationship Type="http://schemas.openxmlformats.org/officeDocument/2006/relationships/slide" Target="slides/slide18.xml" Id="Ra3f174d38dfb458e" /><Relationship Type="http://schemas.openxmlformats.org/officeDocument/2006/relationships/slide" Target="slides/slide19.xml" Id="R21b6b338d55a4072" /><Relationship Type="http://schemas.openxmlformats.org/officeDocument/2006/relationships/slide" Target="slides/slide20.xml" Id="Rf2342e2a5cfd4e87" /><Relationship Type="http://schemas.openxmlformats.org/officeDocument/2006/relationships/slide" Target="slides/slide21.xml" Id="Rad90d54a91cf4c4a" /><Relationship Type="http://schemas.openxmlformats.org/officeDocument/2006/relationships/slide" Target="slides/slide22.xml" Id="R6185e58d31cc4ed0" /><Relationship Type="http://schemas.openxmlformats.org/officeDocument/2006/relationships/slide" Target="slides/slide23.xml" Id="R062cf1725b834381" /><Relationship Type="http://schemas.openxmlformats.org/officeDocument/2006/relationships/slide" Target="slides/slide24.xml" Id="Rec7e37f07de04ad4" /><Relationship Type="http://schemas.openxmlformats.org/officeDocument/2006/relationships/slide" Target="slides/slide25.xml" Id="Rf9d7d15351a84663" /><Relationship Type="http://schemas.openxmlformats.org/officeDocument/2006/relationships/slide" Target="slides/slide26.xml" Id="Re31230a905d84851" /><Relationship Type="http://schemas.openxmlformats.org/officeDocument/2006/relationships/slide" Target="slides/slide27.xml" Id="Rb4b93b71312941c2" /><Relationship Type="http://schemas.openxmlformats.org/officeDocument/2006/relationships/slide" Target="slides/slide28.xml" Id="R71fa555c608d4ef8" /><Relationship Type="http://schemas.openxmlformats.org/officeDocument/2006/relationships/slide" Target="slides/slide29.xml" Id="R0efa6125a52a4b43" /><Relationship Type="http://schemas.openxmlformats.org/officeDocument/2006/relationships/slide" Target="slides/slide30.xml" Id="R8c825a81ebd940d4" /><Relationship Type="http://schemas.openxmlformats.org/officeDocument/2006/relationships/slide" Target="slides/slide31.xml" Id="R8d4ee58497604787" /><Relationship Type="http://schemas.openxmlformats.org/officeDocument/2006/relationships/slide" Target="slides/slide32.xml" Id="R136d0e63f35a4647" /><Relationship Type="http://schemas.openxmlformats.org/officeDocument/2006/relationships/slide" Target="slides/slide33.xml" Id="Rb3c8707183c64bef" /><Relationship Type="http://schemas.openxmlformats.org/officeDocument/2006/relationships/slide" Target="slides/slide34.xml" Id="R2277908eae5440e2" /><Relationship Type="http://schemas.openxmlformats.org/officeDocument/2006/relationships/slide" Target="slides/slide35.xml" Id="Rfa34ea1386e3496d" /><Relationship Type="http://schemas.openxmlformats.org/officeDocument/2006/relationships/slide" Target="slides/slide36.xml" Id="Re67bfd9d32e44501" /><Relationship Type="http://schemas.openxmlformats.org/officeDocument/2006/relationships/slide" Target="slides/slide37.xml" Id="Rca49a15bb6784483" /><Relationship Type="http://schemas.openxmlformats.org/officeDocument/2006/relationships/slide" Target="slides/slide38.xml" Id="Raa979332ffd54a54" /><Relationship Type="http://schemas.openxmlformats.org/officeDocument/2006/relationships/slide" Target="slides/slide39.xml" Id="R6d0d889ec5a24240" /><Relationship Type="http://schemas.openxmlformats.org/officeDocument/2006/relationships/slide" Target="slides/slide40.xml" Id="Rb2e65eebd0e24baf" /><Relationship Type="http://schemas.openxmlformats.org/officeDocument/2006/relationships/slide" Target="slides/slide41.xml" Id="R70c043166aa942e5" /><Relationship Type="http://schemas.openxmlformats.org/officeDocument/2006/relationships/slide" Target="slides/slide42.xml" Id="R96d2370ff3be457b" /><Relationship Type="http://schemas.openxmlformats.org/officeDocument/2006/relationships/slide" Target="slides/slide43.xml" Id="Rbfa004b828ba4a28" /><Relationship Type="http://schemas.openxmlformats.org/officeDocument/2006/relationships/slide" Target="slides/slide44.xml" Id="R6b1f4c79e17d4853" /><Relationship Type="http://schemas.openxmlformats.org/officeDocument/2006/relationships/slide" Target="slides/slide45.xml" Id="R245f49deece54c6a" /><Relationship Type="http://schemas.openxmlformats.org/officeDocument/2006/relationships/slide" Target="slides/slide46.xml" Id="R5007d275489f4b95" /><Relationship Type="http://schemas.openxmlformats.org/officeDocument/2006/relationships/slide" Target="slides/slide47.xml" Id="R8e7ec12c9429471f" /><Relationship Type="http://schemas.openxmlformats.org/officeDocument/2006/relationships/slide" Target="slides/slide48.xml" Id="Ra6447965e8244ed1" /><Relationship Type="http://schemas.openxmlformats.org/officeDocument/2006/relationships/slide" Target="slides/slide49.xml" Id="Rae5f797bf7a24881" /><Relationship Type="http://schemas.openxmlformats.org/officeDocument/2006/relationships/slide" Target="slides/slide50.xml" Id="Raadd6bed280048e4" /><Relationship Type="http://schemas.openxmlformats.org/officeDocument/2006/relationships/slide" Target="slides/slide51.xml" Id="R1f39d65a7da74800" /><Relationship Type="http://schemas.openxmlformats.org/officeDocument/2006/relationships/slide" Target="slides/slide52.xml" Id="Rdb8eb3f6546a4ddc" /><Relationship Type="http://schemas.openxmlformats.org/officeDocument/2006/relationships/slide" Target="slides/slide53.xml" Id="R3a142fce3114412b" /><Relationship Type="http://schemas.openxmlformats.org/officeDocument/2006/relationships/slide" Target="slides/slide54.xml" Id="R7eba1fe96ad54c3d" /><Relationship Type="http://schemas.openxmlformats.org/officeDocument/2006/relationships/slide" Target="slides/slide55.xml" Id="R2ce9473679e44168" /><Relationship Type="http://schemas.openxmlformats.org/officeDocument/2006/relationships/slide" Target="slides/slide56.xml" Id="R33e6d1175ae7438a" /><Relationship Type="http://schemas.openxmlformats.org/officeDocument/2006/relationships/slide" Target="slides/slide57.xml" Id="Rbe012bc422734630" /><Relationship Type="http://schemas.openxmlformats.org/officeDocument/2006/relationships/slide" Target="slides/slide58.xml" Id="Ra3d01b8ef6ca4df3" /><Relationship Type="http://schemas.openxmlformats.org/officeDocument/2006/relationships/slide" Target="slides/slide59.xml" Id="Rf12ab1d5ae154851" /><Relationship Type="http://schemas.openxmlformats.org/officeDocument/2006/relationships/slide" Target="slides/slide60.xml" Id="Ra394be15d0f346e7" /><Relationship Type="http://schemas.openxmlformats.org/officeDocument/2006/relationships/slide" Target="slides/slide61.xml" Id="R4bed1c1f522f44dd" /><Relationship Type="http://schemas.openxmlformats.org/officeDocument/2006/relationships/slide" Target="slides/slide62.xml" Id="R7f8d1de77e06471b" /><Relationship Type="http://schemas.openxmlformats.org/officeDocument/2006/relationships/slide" Target="slides/slide63.xml" Id="Re48ba497cf3e404f" /><Relationship Type="http://schemas.openxmlformats.org/officeDocument/2006/relationships/slide" Target="slides/slide64.xml" Id="R0e3c7d966aff4f0d" /><Relationship Type="http://schemas.openxmlformats.org/officeDocument/2006/relationships/slide" Target="slides/slide65.xml" Id="R9bd7b96145434493" /><Relationship Type="http://schemas.openxmlformats.org/officeDocument/2006/relationships/slide" Target="slides/slide66.xml" Id="Rb4f9036218364854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Input Impedance vs Frequency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Port 1 Real</c:v>
          </c:tx>
          <c:spPr>
            <a:ln>
              <a:solidFill>
                <a:srgbClr val="8D4FAA"/>
              </a:solidFill>
            </a:ln>
          </c:spPr>
          <c:marker>
            <c:symbol val="none"/>
          </c:marker>
          <c:xVal>
            <c:numLit>
              <c:formatCode>General</c:formatCode>
              <c:ptCount val="101"/>
              <c:pt idx="0">
                <c:v>1.6800000000000002</c:v>
              </c:pt>
              <c:pt idx="1">
                <c:v>1.6944000000000001</c:v>
              </c:pt>
              <c:pt idx="2">
                <c:v>1.7088</c:v>
              </c:pt>
              <c:pt idx="3">
                <c:v>1.7232</c:v>
              </c:pt>
              <c:pt idx="4">
                <c:v>1.7376</c:v>
              </c:pt>
              <c:pt idx="5">
                <c:v>1.752</c:v>
              </c:pt>
              <c:pt idx="6">
                <c:v>1.7664000000000002</c:v>
              </c:pt>
              <c:pt idx="7">
                <c:v>1.7808000000000002</c:v>
              </c:pt>
              <c:pt idx="8">
                <c:v>1.7952000000000001</c:v>
              </c:pt>
              <c:pt idx="9">
                <c:v>1.8096</c:v>
              </c:pt>
              <c:pt idx="10">
                <c:v>1.824</c:v>
              </c:pt>
              <c:pt idx="11">
                <c:v>1.8384</c:v>
              </c:pt>
              <c:pt idx="12">
                <c:v>1.8528000000000002</c:v>
              </c:pt>
              <c:pt idx="13">
                <c:v>1.8672000000000002</c:v>
              </c:pt>
              <c:pt idx="14">
                <c:v>1.8816000000000002</c:v>
              </c:pt>
              <c:pt idx="15">
                <c:v>1.8960000000000001</c:v>
              </c:pt>
              <c:pt idx="16">
                <c:v>1.9104</c:v>
              </c:pt>
              <c:pt idx="17">
                <c:v>1.9248</c:v>
              </c:pt>
              <c:pt idx="18">
                <c:v>1.9392</c:v>
              </c:pt>
              <c:pt idx="19">
                <c:v>1.9536000000000002</c:v>
              </c:pt>
              <c:pt idx="20">
                <c:v>1.9680000000000002</c:v>
              </c:pt>
              <c:pt idx="21">
                <c:v>1.9824000000000002</c:v>
              </c:pt>
              <c:pt idx="22">
                <c:v>1.9968000000000001</c:v>
              </c:pt>
              <c:pt idx="23">
                <c:v>2.0112</c:v>
              </c:pt>
              <c:pt idx="24">
                <c:v>2.0256000000000003</c:v>
              </c:pt>
              <c:pt idx="25">
                <c:v>2.04</c:v>
              </c:pt>
              <c:pt idx="26">
                <c:v>2.0544000000000002</c:v>
              </c:pt>
              <c:pt idx="27">
                <c:v>2.0688</c:v>
              </c:pt>
              <c:pt idx="28">
                <c:v>2.0832</c:v>
              </c:pt>
              <c:pt idx="29">
                <c:v>2.0976</c:v>
              </c:pt>
              <c:pt idx="30">
                <c:v>2.112</c:v>
              </c:pt>
              <c:pt idx="31">
                <c:v>2.1264000000000003</c:v>
              </c:pt>
              <c:pt idx="32">
                <c:v>2.1408</c:v>
              </c:pt>
              <c:pt idx="33">
                <c:v>2.1552000000000002</c:v>
              </c:pt>
              <c:pt idx="34">
                <c:v>2.1696</c:v>
              </c:pt>
              <c:pt idx="35">
                <c:v>2.184</c:v>
              </c:pt>
              <c:pt idx="36">
                <c:v>2.1984000000000004</c:v>
              </c:pt>
              <c:pt idx="37">
                <c:v>2.2128</c:v>
              </c:pt>
              <c:pt idx="38">
                <c:v>2.2272000000000003</c:v>
              </c:pt>
              <c:pt idx="39">
                <c:v>2.2416</c:v>
              </c:pt>
              <c:pt idx="40">
                <c:v>2.2560000000000002</c:v>
              </c:pt>
              <c:pt idx="41">
                <c:v>2.2704</c:v>
              </c:pt>
              <c:pt idx="42">
                <c:v>2.2848</c:v>
              </c:pt>
              <c:pt idx="43">
                <c:v>2.2992000000000004</c:v>
              </c:pt>
              <c:pt idx="44">
                <c:v>2.3136</c:v>
              </c:pt>
              <c:pt idx="45">
                <c:v>2.3280000000000003</c:v>
              </c:pt>
              <c:pt idx="46">
                <c:v>2.3424</c:v>
              </c:pt>
              <c:pt idx="47">
                <c:v>2.3568000000000002</c:v>
              </c:pt>
              <c:pt idx="48">
                <c:v>2.3712</c:v>
              </c:pt>
              <c:pt idx="49">
                <c:v>2.3856</c:v>
              </c:pt>
              <c:pt idx="50">
                <c:v>2.4000000000000004</c:v>
              </c:pt>
              <c:pt idx="51">
                <c:v>2.4144</c:v>
              </c:pt>
              <c:pt idx="52">
                <c:v>2.4288000000000003</c:v>
              </c:pt>
              <c:pt idx="53">
                <c:v>2.4432</c:v>
              </c:pt>
              <c:pt idx="54">
                <c:v>2.4576000000000002</c:v>
              </c:pt>
              <c:pt idx="55">
                <c:v>2.472</c:v>
              </c:pt>
              <c:pt idx="56">
                <c:v>2.4864</c:v>
              </c:pt>
              <c:pt idx="57">
                <c:v>2.5008000000000004</c:v>
              </c:pt>
              <c:pt idx="58">
                <c:v>2.5152</c:v>
              </c:pt>
              <c:pt idx="59">
                <c:v>2.5296000000000003</c:v>
              </c:pt>
              <c:pt idx="60">
                <c:v>2.544</c:v>
              </c:pt>
              <c:pt idx="61">
                <c:v>2.5584000000000002</c:v>
              </c:pt>
              <c:pt idx="62">
                <c:v>2.5728</c:v>
              </c:pt>
              <c:pt idx="63">
                <c:v>2.5872</c:v>
              </c:pt>
              <c:pt idx="64">
                <c:v>2.6016000000000004</c:v>
              </c:pt>
              <c:pt idx="65">
                <c:v>2.616</c:v>
              </c:pt>
              <c:pt idx="66">
                <c:v>2.6304000000000003</c:v>
              </c:pt>
              <c:pt idx="67">
                <c:v>2.6448</c:v>
              </c:pt>
              <c:pt idx="68">
                <c:v>2.6592000000000002</c:v>
              </c:pt>
              <c:pt idx="69">
                <c:v>2.6736</c:v>
              </c:pt>
              <c:pt idx="70">
                <c:v>2.688</c:v>
              </c:pt>
              <c:pt idx="71">
                <c:v>2.7024000000000004</c:v>
              </c:pt>
              <c:pt idx="72">
                <c:v>2.7168</c:v>
              </c:pt>
              <c:pt idx="73">
                <c:v>2.7312000000000003</c:v>
              </c:pt>
              <c:pt idx="74">
                <c:v>2.7456</c:v>
              </c:pt>
              <c:pt idx="75">
                <c:v>2.7600000000000002</c:v>
              </c:pt>
              <c:pt idx="76">
                <c:v>2.7744</c:v>
              </c:pt>
              <c:pt idx="77">
                <c:v>2.7888</c:v>
              </c:pt>
              <c:pt idx="78">
                <c:v>2.8032000000000004</c:v>
              </c:pt>
              <c:pt idx="79">
                <c:v>2.8176</c:v>
              </c:pt>
              <c:pt idx="80">
                <c:v>2.8320000000000003</c:v>
              </c:pt>
              <c:pt idx="81">
                <c:v>2.8464</c:v>
              </c:pt>
              <c:pt idx="82">
                <c:v>2.8608000000000002</c:v>
              </c:pt>
              <c:pt idx="83">
                <c:v>2.8752</c:v>
              </c:pt>
              <c:pt idx="84">
                <c:v>2.8896</c:v>
              </c:pt>
              <c:pt idx="85">
                <c:v>2.9040000000000004</c:v>
              </c:pt>
              <c:pt idx="86">
                <c:v>2.9184</c:v>
              </c:pt>
              <c:pt idx="87">
                <c:v>2.9328000000000003</c:v>
              </c:pt>
              <c:pt idx="88">
                <c:v>2.9472</c:v>
              </c:pt>
              <c:pt idx="89">
                <c:v>2.9616000000000002</c:v>
              </c:pt>
              <c:pt idx="90">
                <c:v>2.976</c:v>
              </c:pt>
              <c:pt idx="91">
                <c:v>2.9904</c:v>
              </c:pt>
              <c:pt idx="92">
                <c:v>3.0048000000000004</c:v>
              </c:pt>
              <c:pt idx="93">
                <c:v>3.0192</c:v>
              </c:pt>
              <c:pt idx="94">
                <c:v>3.0336000000000003</c:v>
              </c:pt>
              <c:pt idx="95">
                <c:v>3.048</c:v>
              </c:pt>
              <c:pt idx="96">
                <c:v>3.0624000000000002</c:v>
              </c:pt>
              <c:pt idx="97">
                <c:v>3.0768</c:v>
              </c:pt>
              <c:pt idx="98">
                <c:v>3.0912</c:v>
              </c:pt>
              <c:pt idx="99">
                <c:v>3.1056000000000004</c:v>
              </c:pt>
              <c:pt idx="100">
                <c:v>3.12</c:v>
              </c:pt>
            </c:numLit>
          </c:xVal>
          <c:yVal>
            <c:numLit>
              <c:formatCode>General</c:formatCode>
              <c:ptCount val="101"/>
              <c:pt idx="0">
                <c:v>169.725</c:v>
              </c:pt>
              <c:pt idx="1">
                <c:v>634.132</c:v>
              </c:pt>
              <c:pt idx="2">
                <c:v>27.2127</c:v>
              </c:pt>
              <c:pt idx="3">
                <c:v>111.782</c:v>
              </c:pt>
              <c:pt idx="4">
                <c:v>215.488</c:v>
              </c:pt>
              <c:pt idx="5">
                <c:v>196.355</c:v>
              </c:pt>
              <c:pt idx="6">
                <c:v>192.208</c:v>
              </c:pt>
              <c:pt idx="7">
                <c:v>191.364</c:v>
              </c:pt>
              <c:pt idx="8">
                <c:v>190.972</c:v>
              </c:pt>
              <c:pt idx="9">
                <c:v>190.462</c:v>
              </c:pt>
              <c:pt idx="10">
                <c:v>189.761</c:v>
              </c:pt>
              <c:pt idx="11">
                <c:v>188.898</c:v>
              </c:pt>
              <c:pt idx="12">
                <c:v>187.915</c:v>
              </c:pt>
              <c:pt idx="13">
                <c:v>186.844</c:v>
              </c:pt>
              <c:pt idx="14">
                <c:v>185.708</c:v>
              </c:pt>
              <c:pt idx="15">
                <c:v>184.523</c:v>
              </c:pt>
              <c:pt idx="16">
                <c:v>183.297</c:v>
              </c:pt>
              <c:pt idx="17">
                <c:v>182.036</c:v>
              </c:pt>
              <c:pt idx="18">
                <c:v>180.744</c:v>
              </c:pt>
              <c:pt idx="19">
                <c:v>179.422</c:v>
              </c:pt>
              <c:pt idx="20">
                <c:v>178.073</c:v>
              </c:pt>
              <c:pt idx="21">
                <c:v>176.697</c:v>
              </c:pt>
              <c:pt idx="22">
                <c:v>175.298</c:v>
              </c:pt>
              <c:pt idx="23">
                <c:v>173.885</c:v>
              </c:pt>
              <c:pt idx="24">
                <c:v>172.47</c:v>
              </c:pt>
              <c:pt idx="25">
                <c:v>171.083</c:v>
              </c:pt>
              <c:pt idx="26">
                <c:v>169.772</c:v>
              </c:pt>
              <c:pt idx="27">
                <c:v>168.626</c:v>
              </c:pt>
              <c:pt idx="28">
                <c:v>167.784</c:v>
              </c:pt>
              <c:pt idx="29">
                <c:v>167.424</c:v>
              </c:pt>
              <c:pt idx="30">
                <c:v>167.652</c:v>
              </c:pt>
              <c:pt idx="31">
                <c:v>168.275</c:v>
              </c:pt>
              <c:pt idx="32">
                <c:v>168.723</c:v>
              </c:pt>
              <c:pt idx="33">
                <c:v>168.461</c:v>
              </c:pt>
              <c:pt idx="34">
                <c:v>167.413</c:v>
              </c:pt>
              <c:pt idx="35">
                <c:v>165.842</c:v>
              </c:pt>
              <c:pt idx="36">
                <c:v>164.031</c:v>
              </c:pt>
              <c:pt idx="37">
                <c:v>162.166</c:v>
              </c:pt>
              <c:pt idx="38">
                <c:v>160.349</c:v>
              </c:pt>
              <c:pt idx="39">
                <c:v>158.631</c:v>
              </c:pt>
              <c:pt idx="40">
                <c:v>157.047</c:v>
              </c:pt>
              <c:pt idx="41">
                <c:v>155.622</c:v>
              </c:pt>
              <c:pt idx="42">
                <c:v>154.385</c:v>
              </c:pt>
              <c:pt idx="43">
                <c:v>153.369</c:v>
              </c:pt>
              <c:pt idx="44">
                <c:v>152.61</c:v>
              </c:pt>
              <c:pt idx="45">
                <c:v>152.146</c:v>
              </c:pt>
              <c:pt idx="46">
                <c:v>152.01</c:v>
              </c:pt>
              <c:pt idx="47">
                <c:v>152.223</c:v>
              </c:pt>
              <c:pt idx="48">
                <c:v>152.775</c:v>
              </c:pt>
              <c:pt idx="49">
                <c:v>153.601</c:v>
              </c:pt>
              <c:pt idx="50">
                <c:v>154.568</c:v>
              </c:pt>
              <c:pt idx="51">
                <c:v>155.464</c:v>
              </c:pt>
              <c:pt idx="52">
                <c:v>156.017</c:v>
              </c:pt>
              <c:pt idx="53">
                <c:v>155.962</c:v>
              </c:pt>
              <c:pt idx="54">
                <c:v>155.121</c:v>
              </c:pt>
              <c:pt idx="55">
                <c:v>153.467</c:v>
              </c:pt>
              <c:pt idx="56">
                <c:v>151.139</c:v>
              </c:pt>
              <c:pt idx="57">
                <c:v>148.39</c:v>
              </c:pt>
              <c:pt idx="58">
                <c:v>145.515</c:v>
              </c:pt>
              <c:pt idx="59">
                <c:v>142.797</c:v>
              </c:pt>
              <c:pt idx="60">
                <c:v>140.473</c:v>
              </c:pt>
              <c:pt idx="61">
                <c:v>138.731</c:v>
              </c:pt>
              <c:pt idx="62">
                <c:v>137.713</c:v>
              </c:pt>
              <c:pt idx="63">
                <c:v>137.521</c:v>
              </c:pt>
              <c:pt idx="64">
                <c:v>138.216</c:v>
              </c:pt>
              <c:pt idx="65">
                <c:v>139.796</c:v>
              </c:pt>
              <c:pt idx="66">
                <c:v>142.171</c:v>
              </c:pt>
              <c:pt idx="67">
                <c:v>145.121</c:v>
              </c:pt>
              <c:pt idx="68">
                <c:v>148.256</c:v>
              </c:pt>
              <c:pt idx="69">
                <c:v>151.023</c:v>
              </c:pt>
              <c:pt idx="70">
                <c:v>152.781</c:v>
              </c:pt>
              <c:pt idx="71">
                <c:v>152.96</c:v>
              </c:pt>
              <c:pt idx="72">
                <c:v>151.264</c:v>
              </c:pt>
              <c:pt idx="73">
                <c:v>147.799</c:v>
              </c:pt>
              <c:pt idx="74">
                <c:v>143.045</c:v>
              </c:pt>
              <c:pt idx="75">
                <c:v>137.703</c:v>
              </c:pt>
              <c:pt idx="76">
                <c:v>132.506</c:v>
              </c:pt>
              <c:pt idx="77">
                <c:v>128.094</c:v>
              </c:pt>
              <c:pt idx="78">
                <c:v>124.97</c:v>
              </c:pt>
              <c:pt idx="79">
                <c:v>123.513</c:v>
              </c:pt>
              <c:pt idx="80">
                <c:v>124.011</c:v>
              </c:pt>
              <c:pt idx="81">
                <c:v>126.664</c:v>
              </c:pt>
              <c:pt idx="82">
                <c:v>131.532</c:v>
              </c:pt>
              <c:pt idx="83">
                <c:v>138.392</c:v>
              </c:pt>
              <c:pt idx="84">
                <c:v>146.478</c:v>
              </c:pt>
              <c:pt idx="85">
                <c:v>154.206</c:v>
              </c:pt>
              <c:pt idx="86">
                <c:v>159.215</c:v>
              </c:pt>
              <c:pt idx="87">
                <c:v>159.202</c:v>
              </c:pt>
              <c:pt idx="88">
                <c:v>153.382</c:v>
              </c:pt>
              <c:pt idx="89">
                <c:v>143.236</c:v>
              </c:pt>
              <c:pt idx="90">
                <c:v>131.603</c:v>
              </c:pt>
              <c:pt idx="91">
                <c:v>121.138</c:v>
              </c:pt>
              <c:pt idx="92">
                <c:v>113.535</c:v>
              </c:pt>
              <c:pt idx="93">
                <c:v>109.651</c:v>
              </c:pt>
              <c:pt idx="94">
                <c:v>109.938</c:v>
              </c:pt>
              <c:pt idx="95">
                <c:v>114.775</c:v>
              </c:pt>
              <c:pt idx="96">
                <c:v>124.507</c:v>
              </c:pt>
              <c:pt idx="97">
                <c:v>138.943</c:v>
              </c:pt>
              <c:pt idx="98">
                <c:v>155.832</c:v>
              </c:pt>
              <c:pt idx="99">
                <c:v>168.764</c:v>
              </c:pt>
              <c:pt idx="100">
                <c:v>169</c:v>
              </c:pt>
            </c:numLit>
          </c:yVal>
        </c:ser>
        <c:ser>
          <c:idx val="1"/>
          <c:order val="1"/>
          <c:tx>
            <c:v>Port 1 Imaginary</c:v>
          </c:tx>
          <c:spPr>
            <a:ln>
              <a:solidFill>
                <a:srgbClr val="8D4FAA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101"/>
              <c:pt idx="0">
                <c:v>1.6800000000000002</c:v>
              </c:pt>
              <c:pt idx="1">
                <c:v>1.6944000000000001</c:v>
              </c:pt>
              <c:pt idx="2">
                <c:v>1.7088</c:v>
              </c:pt>
              <c:pt idx="3">
                <c:v>1.7232</c:v>
              </c:pt>
              <c:pt idx="4">
                <c:v>1.7376</c:v>
              </c:pt>
              <c:pt idx="5">
                <c:v>1.752</c:v>
              </c:pt>
              <c:pt idx="6">
                <c:v>1.7664000000000002</c:v>
              </c:pt>
              <c:pt idx="7">
                <c:v>1.7808000000000002</c:v>
              </c:pt>
              <c:pt idx="8">
                <c:v>1.7952000000000001</c:v>
              </c:pt>
              <c:pt idx="9">
                <c:v>1.8096</c:v>
              </c:pt>
              <c:pt idx="10">
                <c:v>1.824</c:v>
              </c:pt>
              <c:pt idx="11">
                <c:v>1.8384</c:v>
              </c:pt>
              <c:pt idx="12">
                <c:v>1.8528000000000002</c:v>
              </c:pt>
              <c:pt idx="13">
                <c:v>1.8672000000000002</c:v>
              </c:pt>
              <c:pt idx="14">
                <c:v>1.8816000000000002</c:v>
              </c:pt>
              <c:pt idx="15">
                <c:v>1.8960000000000001</c:v>
              </c:pt>
              <c:pt idx="16">
                <c:v>1.9104</c:v>
              </c:pt>
              <c:pt idx="17">
                <c:v>1.9248</c:v>
              </c:pt>
              <c:pt idx="18">
                <c:v>1.9392</c:v>
              </c:pt>
              <c:pt idx="19">
                <c:v>1.9536000000000002</c:v>
              </c:pt>
              <c:pt idx="20">
                <c:v>1.9680000000000002</c:v>
              </c:pt>
              <c:pt idx="21">
                <c:v>1.9824000000000002</c:v>
              </c:pt>
              <c:pt idx="22">
                <c:v>1.9968000000000001</c:v>
              </c:pt>
              <c:pt idx="23">
                <c:v>2.0112</c:v>
              </c:pt>
              <c:pt idx="24">
                <c:v>2.0256000000000003</c:v>
              </c:pt>
              <c:pt idx="25">
                <c:v>2.04</c:v>
              </c:pt>
              <c:pt idx="26">
                <c:v>2.0544000000000002</c:v>
              </c:pt>
              <c:pt idx="27">
                <c:v>2.0688</c:v>
              </c:pt>
              <c:pt idx="28">
                <c:v>2.0832</c:v>
              </c:pt>
              <c:pt idx="29">
                <c:v>2.0976</c:v>
              </c:pt>
              <c:pt idx="30">
                <c:v>2.112</c:v>
              </c:pt>
              <c:pt idx="31">
                <c:v>2.1264000000000003</c:v>
              </c:pt>
              <c:pt idx="32">
                <c:v>2.1408</c:v>
              </c:pt>
              <c:pt idx="33">
                <c:v>2.1552000000000002</c:v>
              </c:pt>
              <c:pt idx="34">
                <c:v>2.1696</c:v>
              </c:pt>
              <c:pt idx="35">
                <c:v>2.184</c:v>
              </c:pt>
              <c:pt idx="36">
                <c:v>2.1984000000000004</c:v>
              </c:pt>
              <c:pt idx="37">
                <c:v>2.2128</c:v>
              </c:pt>
              <c:pt idx="38">
                <c:v>2.2272000000000003</c:v>
              </c:pt>
              <c:pt idx="39">
                <c:v>2.2416</c:v>
              </c:pt>
              <c:pt idx="40">
                <c:v>2.2560000000000002</c:v>
              </c:pt>
              <c:pt idx="41">
                <c:v>2.2704</c:v>
              </c:pt>
              <c:pt idx="42">
                <c:v>2.2848</c:v>
              </c:pt>
              <c:pt idx="43">
                <c:v>2.2992000000000004</c:v>
              </c:pt>
              <c:pt idx="44">
                <c:v>2.3136</c:v>
              </c:pt>
              <c:pt idx="45">
                <c:v>2.3280000000000003</c:v>
              </c:pt>
              <c:pt idx="46">
                <c:v>2.3424</c:v>
              </c:pt>
              <c:pt idx="47">
                <c:v>2.3568000000000002</c:v>
              </c:pt>
              <c:pt idx="48">
                <c:v>2.3712</c:v>
              </c:pt>
              <c:pt idx="49">
                <c:v>2.3856</c:v>
              </c:pt>
              <c:pt idx="50">
                <c:v>2.4000000000000004</c:v>
              </c:pt>
              <c:pt idx="51">
                <c:v>2.4144</c:v>
              </c:pt>
              <c:pt idx="52">
                <c:v>2.4288000000000003</c:v>
              </c:pt>
              <c:pt idx="53">
                <c:v>2.4432</c:v>
              </c:pt>
              <c:pt idx="54">
                <c:v>2.4576000000000002</c:v>
              </c:pt>
              <c:pt idx="55">
                <c:v>2.472</c:v>
              </c:pt>
              <c:pt idx="56">
                <c:v>2.4864</c:v>
              </c:pt>
              <c:pt idx="57">
                <c:v>2.5008000000000004</c:v>
              </c:pt>
              <c:pt idx="58">
                <c:v>2.5152</c:v>
              </c:pt>
              <c:pt idx="59">
                <c:v>2.5296000000000003</c:v>
              </c:pt>
              <c:pt idx="60">
                <c:v>2.544</c:v>
              </c:pt>
              <c:pt idx="61">
                <c:v>2.5584000000000002</c:v>
              </c:pt>
              <c:pt idx="62">
                <c:v>2.5728</c:v>
              </c:pt>
              <c:pt idx="63">
                <c:v>2.5872</c:v>
              </c:pt>
              <c:pt idx="64">
                <c:v>2.6016000000000004</c:v>
              </c:pt>
              <c:pt idx="65">
                <c:v>2.616</c:v>
              </c:pt>
              <c:pt idx="66">
                <c:v>2.6304000000000003</c:v>
              </c:pt>
              <c:pt idx="67">
                <c:v>2.6448</c:v>
              </c:pt>
              <c:pt idx="68">
                <c:v>2.6592000000000002</c:v>
              </c:pt>
              <c:pt idx="69">
                <c:v>2.6736</c:v>
              </c:pt>
              <c:pt idx="70">
                <c:v>2.688</c:v>
              </c:pt>
              <c:pt idx="71">
                <c:v>2.7024000000000004</c:v>
              </c:pt>
              <c:pt idx="72">
                <c:v>2.7168</c:v>
              </c:pt>
              <c:pt idx="73">
                <c:v>2.7312000000000003</c:v>
              </c:pt>
              <c:pt idx="74">
                <c:v>2.7456</c:v>
              </c:pt>
              <c:pt idx="75">
                <c:v>2.7600000000000002</c:v>
              </c:pt>
              <c:pt idx="76">
                <c:v>2.7744</c:v>
              </c:pt>
              <c:pt idx="77">
                <c:v>2.7888</c:v>
              </c:pt>
              <c:pt idx="78">
                <c:v>2.8032000000000004</c:v>
              </c:pt>
              <c:pt idx="79">
                <c:v>2.8176</c:v>
              </c:pt>
              <c:pt idx="80">
                <c:v>2.8320000000000003</c:v>
              </c:pt>
              <c:pt idx="81">
                <c:v>2.8464</c:v>
              </c:pt>
              <c:pt idx="82">
                <c:v>2.8608000000000002</c:v>
              </c:pt>
              <c:pt idx="83">
                <c:v>2.8752</c:v>
              </c:pt>
              <c:pt idx="84">
                <c:v>2.8896</c:v>
              </c:pt>
              <c:pt idx="85">
                <c:v>2.9040000000000004</c:v>
              </c:pt>
              <c:pt idx="86">
                <c:v>2.9184</c:v>
              </c:pt>
              <c:pt idx="87">
                <c:v>2.9328000000000003</c:v>
              </c:pt>
              <c:pt idx="88">
                <c:v>2.9472</c:v>
              </c:pt>
              <c:pt idx="89">
                <c:v>2.9616000000000002</c:v>
              </c:pt>
              <c:pt idx="90">
                <c:v>2.976</c:v>
              </c:pt>
              <c:pt idx="91">
                <c:v>2.9904</c:v>
              </c:pt>
              <c:pt idx="92">
                <c:v>3.0048000000000004</c:v>
              </c:pt>
              <c:pt idx="93">
                <c:v>3.0192</c:v>
              </c:pt>
              <c:pt idx="94">
                <c:v>3.0336000000000003</c:v>
              </c:pt>
              <c:pt idx="95">
                <c:v>3.048</c:v>
              </c:pt>
              <c:pt idx="96">
                <c:v>3.0624000000000002</c:v>
              </c:pt>
              <c:pt idx="97">
                <c:v>3.0768</c:v>
              </c:pt>
              <c:pt idx="98">
                <c:v>3.0912</c:v>
              </c:pt>
              <c:pt idx="99">
                <c:v>3.1056000000000004</c:v>
              </c:pt>
              <c:pt idx="100">
                <c:v>3.12</c:v>
              </c:pt>
            </c:numLit>
          </c:xVal>
          <c:yVal>
            <c:numLit>
              <c:formatCode>General</c:formatCode>
              <c:ptCount val="101"/>
              <c:pt idx="0">
                <c:v>186.857</c:v>
              </c:pt>
              <c:pt idx="1">
                <c:v>-215.44</c:v>
              </c:pt>
              <c:pt idx="2">
                <c:v>-136.468</c:v>
              </c:pt>
              <c:pt idx="3">
                <c:v>87.2502</c:v>
              </c:pt>
              <c:pt idx="4">
                <c:v>-10.2203</c:v>
              </c:pt>
              <c:pt idx="5">
                <c:v>-28.6237</c:v>
              </c:pt>
              <c:pt idx="6">
                <c:v>-31.785</c:v>
              </c:pt>
              <c:pt idx="7">
                <c:v>-34.5772</c:v>
              </c:pt>
              <c:pt idx="8">
                <c:v>-37.4864</c:v>
              </c:pt>
              <c:pt idx="9">
                <c:v>-40.2991</c:v>
              </c:pt>
              <c:pt idx="10">
                <c:v>-42.9024</c:v>
              </c:pt>
              <c:pt idx="11">
                <c:v>-45.266</c:v>
              </c:pt>
              <c:pt idx="12">
                <c:v>-47.3972</c:v>
              </c:pt>
              <c:pt idx="13">
                <c:v>-49.3163</c:v>
              </c:pt>
              <c:pt idx="14">
                <c:v>-51.046</c:v>
              </c:pt>
              <c:pt idx="15">
                <c:v>-52.6069</c:v>
              </c:pt>
              <c:pt idx="16">
                <c:v>-54.0164</c:v>
              </c:pt>
              <c:pt idx="17">
                <c:v>-55.2875</c:v>
              </c:pt>
              <c:pt idx="18">
                <c:v>-56.4294</c:v>
              </c:pt>
              <c:pt idx="19">
                <c:v>-57.4474</c:v>
              </c:pt>
              <c:pt idx="20">
                <c:v>-58.3427</c:v>
              </c:pt>
              <c:pt idx="21">
                <c:v>-59.1123</c:v>
              </c:pt>
              <c:pt idx="22">
                <c:v>-59.7483</c:v>
              </c:pt>
              <c:pt idx="23">
                <c:v>-60.2376</c:v>
              </c:pt>
              <c:pt idx="24">
                <c:v>-60.5605</c:v>
              </c:pt>
              <c:pt idx="25">
                <c:v>-60.6915</c:v>
              </c:pt>
              <c:pt idx="26">
                <c:v>-60.6017</c:v>
              </c:pt>
              <c:pt idx="27">
                <c:v>-60.2713</c:v>
              </c:pt>
              <c:pt idx="28">
                <c:v>-59.7225</c:v>
              </c:pt>
              <c:pt idx="29">
                <c:v>-59.0887</c:v>
              </c:pt>
              <c:pt idx="30">
                <c:v>-58.6913</c:v>
              </c:pt>
              <c:pt idx="31">
                <c:v>-58.9701</c:v>
              </c:pt>
              <c:pt idx="32">
                <c:v>-60.1136</c:v>
              </c:pt>
              <c:pt idx="33">
                <c:v>-61.7788</c:v>
              </c:pt>
              <c:pt idx="34">
                <c:v>-63.4065</c:v>
              </c:pt>
              <c:pt idx="35">
                <c:v>-64.6554</c:v>
              </c:pt>
              <c:pt idx="36">
                <c:v>-65.4488</c:v>
              </c:pt>
              <c:pt idx="37">
                <c:v>-65.8335</c:v>
              </c:pt>
              <c:pt idx="38">
                <c:v>-65.8809</c:v>
              </c:pt>
              <c:pt idx="39">
                <c:v>-65.6517</c:v>
              </c:pt>
              <c:pt idx="40">
                <c:v>-65.1907</c:v>
              </c:pt>
              <c:pt idx="41">
                <c:v>-64.5317</c:v>
              </c:pt>
              <c:pt idx="42">
                <c:v>-63.7037</c:v>
              </c:pt>
              <c:pt idx="43">
                <c:v>-62.737</c:v>
              </c:pt>
              <c:pt idx="44">
                <c:v>-61.6697</c:v>
              </c:pt>
              <c:pt idx="45">
                <c:v>-60.5542</c:v>
              </c:pt>
              <c:pt idx="46">
                <c:v>-59.463</c:v>
              </c:pt>
              <c:pt idx="47">
                <c:v>-58.4942</c:v>
              </c:pt>
              <c:pt idx="48">
                <c:v>-57.7722</c:v>
              </c:pt>
              <c:pt idx="49">
                <c:v>-57.4389</c:v>
              </c:pt>
              <c:pt idx="50">
                <c:v>-57.6292</c:v>
              </c:pt>
              <c:pt idx="51">
                <c:v>-58.4292</c:v>
              </c:pt>
              <c:pt idx="52">
                <c:v>-59.8232</c:v>
              </c:pt>
              <c:pt idx="53">
                <c:v>-61.6572</c:v>
              </c:pt>
              <c:pt idx="54">
                <c:v>-63.6475</c:v>
              </c:pt>
              <c:pt idx="55">
                <c:v>-65.4457</c:v>
              </c:pt>
              <c:pt idx="56">
                <c:v>-66.7319</c:v>
              </c:pt>
              <c:pt idx="57">
                <c:v>-67.2887</c:v>
              </c:pt>
              <c:pt idx="58">
                <c:v>-67.0269</c:v>
              </c:pt>
              <c:pt idx="59">
                <c:v>-65.9692</c:v>
              </c:pt>
              <c:pt idx="60">
                <c:v>-64.2169</c:v>
              </c:pt>
              <c:pt idx="61">
                <c:v>-61.9203</c:v>
              </c:pt>
              <c:pt idx="62">
                <c:v>-59.2623</c:v>
              </c:pt>
              <c:pt idx="63">
                <c:v>-56.4552</c:v>
              </c:pt>
              <c:pt idx="64">
                <c:v>-53.7458</c:v>
              </c:pt>
              <c:pt idx="65">
                <c:v>-51.4203</c:v>
              </c:pt>
              <c:pt idx="66">
                <c:v>-49.8005</c:v>
              </c:pt>
              <c:pt idx="67">
                <c:v>-49.2173</c:v>
              </c:pt>
              <c:pt idx="68">
                <c:v>-49.9476</c:v>
              </c:pt>
              <c:pt idx="69">
                <c:v>-52.1124</c:v>
              </c:pt>
              <c:pt idx="70">
                <c:v>-55.5629</c:v>
              </c:pt>
              <c:pt idx="71">
                <c:v>-59.8183</c:v>
              </c:pt>
              <c:pt idx="72">
                <c:v>-64.1261</c:v>
              </c:pt>
              <c:pt idx="73">
                <c:v>-67.6533</c:v>
              </c:pt>
              <c:pt idx="74">
                <c:v>-69.7198</c:v>
              </c:pt>
              <c:pt idx="75">
                <c:v>-69.9509</c:v>
              </c:pt>
              <c:pt idx="76">
                <c:v>-68.2976</c:v>
              </c:pt>
              <c:pt idx="77">
                <c:v>-64.9604</c:v>
              </c:pt>
              <c:pt idx="78">
                <c:v>-60.2936</c:v>
              </c:pt>
              <c:pt idx="79">
                <c:v>-54.7421</c:v>
              </c:pt>
              <c:pt idx="80">
                <c:v>-48.8278</c:v>
              </c:pt>
              <c:pt idx="81">
                <c:v>-43.1813</c:v>
              </c:pt>
              <c:pt idx="82">
                <c:v>-38.5998</c:v>
              </c:pt>
              <c:pt idx="83">
                <c:v>-36.0865</c:v>
              </c:pt>
              <c:pt idx="84">
                <c:v>-36.7709</c:v>
              </c:pt>
              <c:pt idx="85">
                <c:v>-41.5443</c:v>
              </c:pt>
              <c:pt idx="86">
                <c:v>-50.3234</c:v>
              </c:pt>
              <c:pt idx="87">
                <c:v>-61.3323</c:v>
              </c:pt>
              <c:pt idx="88">
                <c:v>-71.3658</c:v>
              </c:pt>
              <c:pt idx="89">
                <c:v>-77.3694</c:v>
              </c:pt>
              <c:pt idx="90">
                <c:v>-77.9678</c:v>
              </c:pt>
              <c:pt idx="91">
                <c:v>-73.5758</c:v>
              </c:pt>
              <c:pt idx="92">
                <c:v>-65.5145</c:v>
              </c:pt>
              <c:pt idx="93">
                <c:v>-55.2255</c:v>
              </c:pt>
              <c:pt idx="94">
                <c:v>-44.008</c:v>
              </c:pt>
              <c:pt idx="95">
                <c:v>-33.1699</c:v>
              </c:pt>
              <c:pt idx="96">
                <c:v>-24.447</c:v>
              </c:pt>
              <c:pt idx="97">
                <c:v>-20.5523</c:v>
              </c:pt>
              <c:pt idx="98">
                <c:v>-25.247</c:v>
              </c:pt>
              <c:pt idx="99">
                <c:v>-41.0238</c:v>
              </c:pt>
              <c:pt idx="100">
                <c:v>-63.5455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3.12"/>
          <c:min val="1.6800000000000002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Frequency (GHz)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635"/>
          <c:min val="-216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Impedance (Ω)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Reflection coefficient (20log|Γ|)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Port 1</c:v>
          </c:tx>
          <c:spPr>
            <a:ln>
              <a:solidFill>
                <a:srgbClr val="8D4FAA"/>
              </a:solidFill>
            </a:ln>
          </c:spPr>
          <c:marker>
            <c:symbol val="none"/>
          </c:marker>
          <c:xVal>
            <c:numLit>
              <c:formatCode>General</c:formatCode>
              <c:ptCount val="101"/>
              <c:pt idx="0">
                <c:v>1.6800000000000002</c:v>
              </c:pt>
              <c:pt idx="1">
                <c:v>1.6944000000000001</c:v>
              </c:pt>
              <c:pt idx="2">
                <c:v>1.7088</c:v>
              </c:pt>
              <c:pt idx="3">
                <c:v>1.7232</c:v>
              </c:pt>
              <c:pt idx="4">
                <c:v>1.7376</c:v>
              </c:pt>
              <c:pt idx="5">
                <c:v>1.752</c:v>
              </c:pt>
              <c:pt idx="6">
                <c:v>1.7664000000000002</c:v>
              </c:pt>
              <c:pt idx="7">
                <c:v>1.7808000000000002</c:v>
              </c:pt>
              <c:pt idx="8">
                <c:v>1.7952000000000001</c:v>
              </c:pt>
              <c:pt idx="9">
                <c:v>1.8096</c:v>
              </c:pt>
              <c:pt idx="10">
                <c:v>1.824</c:v>
              </c:pt>
              <c:pt idx="11">
                <c:v>1.8384</c:v>
              </c:pt>
              <c:pt idx="12">
                <c:v>1.8528000000000002</c:v>
              </c:pt>
              <c:pt idx="13">
                <c:v>1.8672000000000002</c:v>
              </c:pt>
              <c:pt idx="14">
                <c:v>1.8816000000000002</c:v>
              </c:pt>
              <c:pt idx="15">
                <c:v>1.8960000000000001</c:v>
              </c:pt>
              <c:pt idx="16">
                <c:v>1.9104</c:v>
              </c:pt>
              <c:pt idx="17">
                <c:v>1.9248</c:v>
              </c:pt>
              <c:pt idx="18">
                <c:v>1.9392</c:v>
              </c:pt>
              <c:pt idx="19">
                <c:v>1.9536000000000002</c:v>
              </c:pt>
              <c:pt idx="20">
                <c:v>1.9680000000000002</c:v>
              </c:pt>
              <c:pt idx="21">
                <c:v>1.9824000000000002</c:v>
              </c:pt>
              <c:pt idx="22">
                <c:v>1.9968000000000001</c:v>
              </c:pt>
              <c:pt idx="23">
                <c:v>2.0112</c:v>
              </c:pt>
              <c:pt idx="24">
                <c:v>2.0256000000000003</c:v>
              </c:pt>
              <c:pt idx="25">
                <c:v>2.04</c:v>
              </c:pt>
              <c:pt idx="26">
                <c:v>2.0544000000000002</c:v>
              </c:pt>
              <c:pt idx="27">
                <c:v>2.0688</c:v>
              </c:pt>
              <c:pt idx="28">
                <c:v>2.0832</c:v>
              </c:pt>
              <c:pt idx="29">
                <c:v>2.0976</c:v>
              </c:pt>
              <c:pt idx="30">
                <c:v>2.112</c:v>
              </c:pt>
              <c:pt idx="31">
                <c:v>2.1264000000000003</c:v>
              </c:pt>
              <c:pt idx="32">
                <c:v>2.1408</c:v>
              </c:pt>
              <c:pt idx="33">
                <c:v>2.1552000000000002</c:v>
              </c:pt>
              <c:pt idx="34">
                <c:v>2.1696</c:v>
              </c:pt>
              <c:pt idx="35">
                <c:v>2.184</c:v>
              </c:pt>
              <c:pt idx="36">
                <c:v>2.1984000000000004</c:v>
              </c:pt>
              <c:pt idx="37">
                <c:v>2.2128</c:v>
              </c:pt>
              <c:pt idx="38">
                <c:v>2.2272000000000003</c:v>
              </c:pt>
              <c:pt idx="39">
                <c:v>2.2416</c:v>
              </c:pt>
              <c:pt idx="40">
                <c:v>2.2560000000000002</c:v>
              </c:pt>
              <c:pt idx="41">
                <c:v>2.2704</c:v>
              </c:pt>
              <c:pt idx="42">
                <c:v>2.2848</c:v>
              </c:pt>
              <c:pt idx="43">
                <c:v>2.2992000000000004</c:v>
              </c:pt>
              <c:pt idx="44">
                <c:v>2.3136</c:v>
              </c:pt>
              <c:pt idx="45">
                <c:v>2.3280000000000003</c:v>
              </c:pt>
              <c:pt idx="46">
                <c:v>2.3424</c:v>
              </c:pt>
              <c:pt idx="47">
                <c:v>2.3568000000000002</c:v>
              </c:pt>
              <c:pt idx="48">
                <c:v>2.3712</c:v>
              </c:pt>
              <c:pt idx="49">
                <c:v>2.3856</c:v>
              </c:pt>
              <c:pt idx="50">
                <c:v>2.4000000000000004</c:v>
              </c:pt>
              <c:pt idx="51">
                <c:v>2.4144</c:v>
              </c:pt>
              <c:pt idx="52">
                <c:v>2.4288000000000003</c:v>
              </c:pt>
              <c:pt idx="53">
                <c:v>2.4432</c:v>
              </c:pt>
              <c:pt idx="54">
                <c:v>2.4576000000000002</c:v>
              </c:pt>
              <c:pt idx="55">
                <c:v>2.472</c:v>
              </c:pt>
              <c:pt idx="56">
                <c:v>2.4864</c:v>
              </c:pt>
              <c:pt idx="57">
                <c:v>2.5008000000000004</c:v>
              </c:pt>
              <c:pt idx="58">
                <c:v>2.5152</c:v>
              </c:pt>
              <c:pt idx="59">
                <c:v>2.5296000000000003</c:v>
              </c:pt>
              <c:pt idx="60">
                <c:v>2.544</c:v>
              </c:pt>
              <c:pt idx="61">
                <c:v>2.5584000000000002</c:v>
              </c:pt>
              <c:pt idx="62">
                <c:v>2.5728</c:v>
              </c:pt>
              <c:pt idx="63">
                <c:v>2.5872</c:v>
              </c:pt>
              <c:pt idx="64">
                <c:v>2.6016000000000004</c:v>
              </c:pt>
              <c:pt idx="65">
                <c:v>2.616</c:v>
              </c:pt>
              <c:pt idx="66">
                <c:v>2.6304000000000003</c:v>
              </c:pt>
              <c:pt idx="67">
                <c:v>2.6448</c:v>
              </c:pt>
              <c:pt idx="68">
                <c:v>2.6592000000000002</c:v>
              </c:pt>
              <c:pt idx="69">
                <c:v>2.6736</c:v>
              </c:pt>
              <c:pt idx="70">
                <c:v>2.688</c:v>
              </c:pt>
              <c:pt idx="71">
                <c:v>2.7024000000000004</c:v>
              </c:pt>
              <c:pt idx="72">
                <c:v>2.7168</c:v>
              </c:pt>
              <c:pt idx="73">
                <c:v>2.7312000000000003</c:v>
              </c:pt>
              <c:pt idx="74">
                <c:v>2.7456</c:v>
              </c:pt>
              <c:pt idx="75">
                <c:v>2.7600000000000002</c:v>
              </c:pt>
              <c:pt idx="76">
                <c:v>2.7744</c:v>
              </c:pt>
              <c:pt idx="77">
                <c:v>2.7888</c:v>
              </c:pt>
              <c:pt idx="78">
                <c:v>2.8032000000000004</c:v>
              </c:pt>
              <c:pt idx="79">
                <c:v>2.8176</c:v>
              </c:pt>
              <c:pt idx="80">
                <c:v>2.8320000000000003</c:v>
              </c:pt>
              <c:pt idx="81">
                <c:v>2.8464</c:v>
              </c:pt>
              <c:pt idx="82">
                <c:v>2.8608000000000002</c:v>
              </c:pt>
              <c:pt idx="83">
                <c:v>2.8752</c:v>
              </c:pt>
              <c:pt idx="84">
                <c:v>2.8896</c:v>
              </c:pt>
              <c:pt idx="85">
                <c:v>2.9040000000000004</c:v>
              </c:pt>
              <c:pt idx="86">
                <c:v>2.9184</c:v>
              </c:pt>
              <c:pt idx="87">
                <c:v>2.9328000000000003</c:v>
              </c:pt>
              <c:pt idx="88">
                <c:v>2.9472</c:v>
              </c:pt>
              <c:pt idx="89">
                <c:v>2.9616000000000002</c:v>
              </c:pt>
              <c:pt idx="90">
                <c:v>2.976</c:v>
              </c:pt>
              <c:pt idx="91">
                <c:v>2.9904</c:v>
              </c:pt>
              <c:pt idx="92">
                <c:v>3.0048000000000004</c:v>
              </c:pt>
              <c:pt idx="93">
                <c:v>3.0192</c:v>
              </c:pt>
              <c:pt idx="94">
                <c:v>3.0336000000000003</c:v>
              </c:pt>
              <c:pt idx="95">
                <c:v>3.048</c:v>
              </c:pt>
              <c:pt idx="96">
                <c:v>3.0624000000000002</c:v>
              </c:pt>
              <c:pt idx="97">
                <c:v>3.0768</c:v>
              </c:pt>
              <c:pt idx="98">
                <c:v>3.0912</c:v>
              </c:pt>
              <c:pt idx="99">
                <c:v>3.1056000000000004</c:v>
              </c:pt>
              <c:pt idx="100">
                <c:v>3.12</c:v>
              </c:pt>
            </c:numLit>
          </c:xVal>
          <c:yVal>
            <c:numLit>
              <c:formatCode>General</c:formatCode>
              <c:ptCount val="101"/>
              <c:pt idx="0">
                <c:v>-5.6288523093359766</c:v>
              </c:pt>
              <c:pt idx="1">
                <c:v>-3.4676029778664796</c:v>
              </c:pt>
              <c:pt idx="2">
                <c:v>-1.7207185839100618</c:v>
              </c:pt>
              <c:pt idx="3">
                <c:v>-9.2656301905406337</c:v>
              </c:pt>
              <c:pt idx="4">
                <c:v>-13.383641764334715</c:v>
              </c:pt>
              <c:pt idx="5">
                <c:v>-14.551908157669057</c:v>
              </c:pt>
              <c:pt idx="6">
                <c:v>-14.74375349508758</c:v>
              </c:pt>
              <c:pt idx="7">
                <c:v>-14.616795612240683</c:v>
              </c:pt>
              <c:pt idx="8">
                <c:v>-14.426920144046054</c:v>
              </c:pt>
              <c:pt idx="9">
                <c:v>-14.244730757353901</c:v>
              </c:pt>
              <c:pt idx="10">
                <c:v>-14.0852888843145</c:v>
              </c:pt>
              <c:pt idx="11">
                <c:v>-13.948864224889185</c:v>
              </c:pt>
              <c:pt idx="12">
                <c:v>-13.832226142341678</c:v>
              </c:pt>
              <c:pt idx="13">
                <c:v>-13.73209006554049</c:v>
              </c:pt>
              <c:pt idx="14">
                <c:v>-13.6456739520626</c:v>
              </c:pt>
              <c:pt idx="15">
                <c:v>-13.570822278453907</c:v>
              </c:pt>
              <c:pt idx="16">
                <c:v>-13.506076208366917</c:v>
              </c:pt>
              <c:pt idx="17">
                <c:v>-13.45041144442505</c:v>
              </c:pt>
              <c:pt idx="18">
                <c:v>-13.403201019887147</c:v>
              </c:pt>
              <c:pt idx="19">
                <c:v>-13.364282113654312</c:v>
              </c:pt>
              <c:pt idx="20">
                <c:v>-13.333767517808859</c:v>
              </c:pt>
              <c:pt idx="21">
                <c:v>-13.312316128482308</c:v>
              </c:pt>
              <c:pt idx="22">
                <c:v>-13.300950460397086</c:v>
              </c:pt>
              <c:pt idx="23">
                <c:v>-13.301148375262326</c:v>
              </c:pt>
              <c:pt idx="24">
                <c:v>-13.315167111091688</c:v>
              </c:pt>
              <c:pt idx="25">
                <c:v>-13.345596491334854</c:v>
              </c:pt>
              <c:pt idx="26">
                <c:v>-13.39531925567892</c:v>
              </c:pt>
              <c:pt idx="27">
                <c:v>-13.465573279883099</c:v>
              </c:pt>
              <c:pt idx="28">
                <c:v>-13.551812643975209</c:v>
              </c:pt>
              <c:pt idx="29">
                <c:v>-13.635011154154174</c:v>
              </c:pt>
              <c:pt idx="30">
                <c:v>-13.674342466254823</c:v>
              </c:pt>
              <c:pt idx="31">
                <c:v>-13.62350497398891</c:v>
              </c:pt>
              <c:pt idx="32">
                <c:v>-13.480481778348086</c:v>
              </c:pt>
              <c:pt idx="33">
                <c:v>-13.302142690304905</c:v>
              </c:pt>
              <c:pt idx="34">
                <c:v>-13.148508272424596</c:v>
              </c:pt>
              <c:pt idx="35">
                <c:v>-13.044076705354296</c:v>
              </c:pt>
              <c:pt idx="36">
                <c:v>-12.987803853291011</c:v>
              </c:pt>
              <c:pt idx="37">
                <c:v>-12.971004003587067</c:v>
              </c:pt>
              <c:pt idx="38">
                <c:v>-12.985672684062353</c:v>
              </c:pt>
              <c:pt idx="39">
                <c:v>-13.026375671790715</c:v>
              </c:pt>
              <c:pt idx="40">
                <c:v>-13.089827545261452</c:v>
              </c:pt>
              <c:pt idx="41">
                <c:v>-13.174104333777823</c:v>
              </c:pt>
              <c:pt idx="42">
                <c:v>-13.277781818176727</c:v>
              </c:pt>
              <c:pt idx="43">
                <c:v>-13.399146938933185</c:v>
              </c:pt>
              <c:pt idx="44">
                <c:v>-13.535204986340348</c:v>
              </c:pt>
              <c:pt idx="45">
                <c:v>-13.680495471278888</c:v>
              </c:pt>
              <c:pt idx="46">
                <c:v>-13.825825263037213</c:v>
              </c:pt>
              <c:pt idx="47">
                <c:v>-13.957039056785623</c:v>
              </c:pt>
              <c:pt idx="48">
                <c:v>-14.054867289505639</c:v>
              </c:pt>
              <c:pt idx="49">
                <c:v>-14.097219176129784</c:v>
              </c:pt>
              <c:pt idx="50">
                <c:v>-14.064966658428958</c:v>
              </c:pt>
              <c:pt idx="51">
                <c:v>-13.950069164386271</c:v>
              </c:pt>
              <c:pt idx="52">
                <c:v>-13.762119908202648</c:v>
              </c:pt>
              <c:pt idx="53">
                <c:v>-13.527826675861185</c:v>
              </c:pt>
              <c:pt idx="54">
                <c:v>-13.283361862941227</c:v>
              </c:pt>
              <c:pt idx="55">
                <c:v>-13.064245474248191</c:v>
              </c:pt>
              <c:pt idx="56">
                <c:v>-12.89836043063444</c:v>
              </c:pt>
              <c:pt idx="57">
                <c:v>-12.80398367190864</c:v>
              </c:pt>
              <c:pt idx="58">
                <c:v>-12.791275596512987</c:v>
              </c:pt>
              <c:pt idx="59">
                <c:v>-12.864994658501256</c:v>
              </c:pt>
              <c:pt idx="60">
                <c:v>-13.026499511227641</c:v>
              </c:pt>
              <c:pt idx="61">
                <c:v>-13.27442835461779</c:v>
              </c:pt>
              <c:pt idx="62">
                <c:v>-13.603285250260429</c:v>
              </c:pt>
              <c:pt idx="63">
                <c:v>-13.999574702628319</c:v>
              </c:pt>
              <c:pt idx="64">
                <c:v>-14.435090491972742</c:v>
              </c:pt>
              <c:pt idx="65">
                <c:v>-14.858326816332925</c:v>
              </c:pt>
              <c:pt idx="66">
                <c:v>-15.190541655626497</c:v>
              </c:pt>
              <c:pt idx="67">
                <c:v>-15.338981287849778</c:v>
              </c:pt>
              <c:pt idx="68">
                <c:v>-15.23668396231</c:v>
              </c:pt>
              <c:pt idx="69">
                <c:v>-14.886702687481767</c:v>
              </c:pt>
              <c:pt idx="70">
                <c:v>-14.36489673658571</c:v>
              </c:pt>
              <c:pt idx="71">
                <c:v>-13.777660612436245</c:v>
              </c:pt>
              <c:pt idx="72">
                <c:v>-13.218637509124287</c:v>
              </c:pt>
              <c:pt idx="73">
                <c:v>-12.752260384890841</c:v>
              </c:pt>
              <c:pt idx="74">
                <c:v>-12.417529330649357</c:v>
              </c:pt>
              <c:pt idx="75">
                <c:v>-12.238231951056814</c:v>
              </c:pt>
              <c:pt idx="76">
                <c:v>-12.232010957886798</c:v>
              </c:pt>
              <c:pt idx="77">
                <c:v>-12.417053485481624</c:v>
              </c:pt>
              <c:pt idx="78">
                <c:v>-12.815932325300864</c:v>
              </c:pt>
              <c:pt idx="79">
                <c:v>-13.456022814945445</c:v>
              </c:pt>
              <c:pt idx="80">
                <c:v>-14.362793174532666</c:v>
              </c:pt>
              <c:pt idx="81">
                <c:v>-15.530135740092913</c:v>
              </c:pt>
              <c:pt idx="82">
                <c:v>-16.827467094986481</c:v>
              </c:pt>
              <c:pt idx="83">
                <c:v>-17.809991560409035</c:v>
              </c:pt>
              <c:pt idx="84">
                <c:v>-17.769966841400983</c:v>
              </c:pt>
              <c:pt idx="85">
                <c:v>-16.608292703635748</c:v>
              </c:pt>
              <c:pt idx="86">
                <c:v>-15.01434047819888</c:v>
              </c:pt>
              <c:pt idx="87">
                <c:v>-13.538160465936055</c:v>
              </c:pt>
              <c:pt idx="88">
                <c:v>-12.378450615793859</c:v>
              </c:pt>
              <c:pt idx="89">
                <c:v>-11.576533428290075</c:v>
              </c:pt>
              <c:pt idx="90">
                <c:v>-11.134205950465233</c:v>
              </c:pt>
              <c:pt idx="91">
                <c:v>-11.058023007849185</c:v>
              </c:pt>
              <c:pt idx="92">
                <c:v>-11.378256713301944</c:v>
              </c:pt>
              <c:pt idx="93">
                <c:v>-12.165239941884087</c:v>
              </c:pt>
              <c:pt idx="94">
                <c:v>-13.555405870285231</c:v>
              </c:pt>
              <c:pt idx="95">
                <c:v>-15.799277900847265</c:v>
              </c:pt>
              <c:pt idx="96">
                <c:v>-19.254857354975087</c:v>
              </c:pt>
              <c:pt idx="97">
                <c:v>-22.665141180397917</c:v>
              </c:pt>
              <c:pt idx="98">
                <c:v>-19.967980505877371</c:v>
              </c:pt>
              <c:pt idx="99">
                <c:v>-15.871239707567263</c:v>
              </c:pt>
              <c:pt idx="100">
                <c:v>-13.095725975861459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3.12"/>
          <c:min val="1.6800000000000002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Frequency (GHz)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-1"/>
          <c:min val="-23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Reflection coefficient (dB)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VSWR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Port 1</c:v>
          </c:tx>
          <c:spPr>
            <a:ln>
              <a:solidFill>
                <a:srgbClr val="8D4FAA"/>
              </a:solidFill>
            </a:ln>
          </c:spPr>
          <c:marker>
            <c:symbol val="none"/>
          </c:marker>
          <c:xVal>
            <c:numLit>
              <c:formatCode>General</c:formatCode>
              <c:ptCount val="101"/>
              <c:pt idx="0">
                <c:v>1.6800000000000002</c:v>
              </c:pt>
              <c:pt idx="1">
                <c:v>1.6944000000000001</c:v>
              </c:pt>
              <c:pt idx="2">
                <c:v>1.7088</c:v>
              </c:pt>
              <c:pt idx="3">
                <c:v>1.7232</c:v>
              </c:pt>
              <c:pt idx="4">
                <c:v>1.7376</c:v>
              </c:pt>
              <c:pt idx="5">
                <c:v>1.752</c:v>
              </c:pt>
              <c:pt idx="6">
                <c:v>1.7664000000000002</c:v>
              </c:pt>
              <c:pt idx="7">
                <c:v>1.7808000000000002</c:v>
              </c:pt>
              <c:pt idx="8">
                <c:v>1.7952000000000001</c:v>
              </c:pt>
              <c:pt idx="9">
                <c:v>1.8096</c:v>
              </c:pt>
              <c:pt idx="10">
                <c:v>1.824</c:v>
              </c:pt>
              <c:pt idx="11">
                <c:v>1.8384</c:v>
              </c:pt>
              <c:pt idx="12">
                <c:v>1.8528000000000002</c:v>
              </c:pt>
              <c:pt idx="13">
                <c:v>1.8672000000000002</c:v>
              </c:pt>
              <c:pt idx="14">
                <c:v>1.8816000000000002</c:v>
              </c:pt>
              <c:pt idx="15">
                <c:v>1.8960000000000001</c:v>
              </c:pt>
              <c:pt idx="16">
                <c:v>1.9104</c:v>
              </c:pt>
              <c:pt idx="17">
                <c:v>1.9248</c:v>
              </c:pt>
              <c:pt idx="18">
                <c:v>1.9392</c:v>
              </c:pt>
              <c:pt idx="19">
                <c:v>1.9536000000000002</c:v>
              </c:pt>
              <c:pt idx="20">
                <c:v>1.9680000000000002</c:v>
              </c:pt>
              <c:pt idx="21">
                <c:v>1.9824000000000002</c:v>
              </c:pt>
              <c:pt idx="22">
                <c:v>1.9968000000000001</c:v>
              </c:pt>
              <c:pt idx="23">
                <c:v>2.0112</c:v>
              </c:pt>
              <c:pt idx="24">
                <c:v>2.0256000000000003</c:v>
              </c:pt>
              <c:pt idx="25">
                <c:v>2.04</c:v>
              </c:pt>
              <c:pt idx="26">
                <c:v>2.0544000000000002</c:v>
              </c:pt>
              <c:pt idx="27">
                <c:v>2.0688</c:v>
              </c:pt>
              <c:pt idx="28">
                <c:v>2.0832</c:v>
              </c:pt>
              <c:pt idx="29">
                <c:v>2.0976</c:v>
              </c:pt>
              <c:pt idx="30">
                <c:v>2.112</c:v>
              </c:pt>
              <c:pt idx="31">
                <c:v>2.1264000000000003</c:v>
              </c:pt>
              <c:pt idx="32">
                <c:v>2.1408</c:v>
              </c:pt>
              <c:pt idx="33">
                <c:v>2.1552000000000002</c:v>
              </c:pt>
              <c:pt idx="34">
                <c:v>2.1696</c:v>
              </c:pt>
              <c:pt idx="35">
                <c:v>2.184</c:v>
              </c:pt>
              <c:pt idx="36">
                <c:v>2.1984000000000004</c:v>
              </c:pt>
              <c:pt idx="37">
                <c:v>2.2128</c:v>
              </c:pt>
              <c:pt idx="38">
                <c:v>2.2272000000000003</c:v>
              </c:pt>
              <c:pt idx="39">
                <c:v>2.2416</c:v>
              </c:pt>
              <c:pt idx="40">
                <c:v>2.2560000000000002</c:v>
              </c:pt>
              <c:pt idx="41">
                <c:v>2.2704</c:v>
              </c:pt>
              <c:pt idx="42">
                <c:v>2.2848</c:v>
              </c:pt>
              <c:pt idx="43">
                <c:v>2.2992000000000004</c:v>
              </c:pt>
              <c:pt idx="44">
                <c:v>2.3136</c:v>
              </c:pt>
              <c:pt idx="45">
                <c:v>2.3280000000000003</c:v>
              </c:pt>
              <c:pt idx="46">
                <c:v>2.3424</c:v>
              </c:pt>
              <c:pt idx="47">
                <c:v>2.3568000000000002</c:v>
              </c:pt>
              <c:pt idx="48">
                <c:v>2.3712</c:v>
              </c:pt>
              <c:pt idx="49">
                <c:v>2.3856</c:v>
              </c:pt>
              <c:pt idx="50">
                <c:v>2.4000000000000004</c:v>
              </c:pt>
              <c:pt idx="51">
                <c:v>2.4144</c:v>
              </c:pt>
              <c:pt idx="52">
                <c:v>2.4288000000000003</c:v>
              </c:pt>
              <c:pt idx="53">
                <c:v>2.4432</c:v>
              </c:pt>
              <c:pt idx="54">
                <c:v>2.4576000000000002</c:v>
              </c:pt>
              <c:pt idx="55">
                <c:v>2.472</c:v>
              </c:pt>
              <c:pt idx="56">
                <c:v>2.4864</c:v>
              </c:pt>
              <c:pt idx="57">
                <c:v>2.5008000000000004</c:v>
              </c:pt>
              <c:pt idx="58">
                <c:v>2.5152</c:v>
              </c:pt>
              <c:pt idx="59">
                <c:v>2.5296000000000003</c:v>
              </c:pt>
              <c:pt idx="60">
                <c:v>2.544</c:v>
              </c:pt>
              <c:pt idx="61">
                <c:v>2.5584000000000002</c:v>
              </c:pt>
              <c:pt idx="62">
                <c:v>2.5728</c:v>
              </c:pt>
              <c:pt idx="63">
                <c:v>2.5872</c:v>
              </c:pt>
              <c:pt idx="64">
                <c:v>2.6016000000000004</c:v>
              </c:pt>
              <c:pt idx="65">
                <c:v>2.616</c:v>
              </c:pt>
              <c:pt idx="66">
                <c:v>2.6304000000000003</c:v>
              </c:pt>
              <c:pt idx="67">
                <c:v>2.6448</c:v>
              </c:pt>
              <c:pt idx="68">
                <c:v>2.6592000000000002</c:v>
              </c:pt>
              <c:pt idx="69">
                <c:v>2.6736</c:v>
              </c:pt>
              <c:pt idx="70">
                <c:v>2.688</c:v>
              </c:pt>
              <c:pt idx="71">
                <c:v>2.7024000000000004</c:v>
              </c:pt>
              <c:pt idx="72">
                <c:v>2.7168</c:v>
              </c:pt>
              <c:pt idx="73">
                <c:v>2.7312000000000003</c:v>
              </c:pt>
              <c:pt idx="74">
                <c:v>2.7456</c:v>
              </c:pt>
              <c:pt idx="75">
                <c:v>2.7600000000000002</c:v>
              </c:pt>
              <c:pt idx="76">
                <c:v>2.7744</c:v>
              </c:pt>
              <c:pt idx="77">
                <c:v>2.7888</c:v>
              </c:pt>
              <c:pt idx="78">
                <c:v>2.8032000000000004</c:v>
              </c:pt>
              <c:pt idx="79">
                <c:v>2.8176</c:v>
              </c:pt>
              <c:pt idx="80">
                <c:v>2.8320000000000003</c:v>
              </c:pt>
              <c:pt idx="81">
                <c:v>2.8464</c:v>
              </c:pt>
              <c:pt idx="82">
                <c:v>2.8608000000000002</c:v>
              </c:pt>
              <c:pt idx="83">
                <c:v>2.8752</c:v>
              </c:pt>
              <c:pt idx="84">
                <c:v>2.8896</c:v>
              </c:pt>
              <c:pt idx="85">
                <c:v>2.9040000000000004</c:v>
              </c:pt>
              <c:pt idx="86">
                <c:v>2.9184</c:v>
              </c:pt>
              <c:pt idx="87">
                <c:v>2.9328000000000003</c:v>
              </c:pt>
              <c:pt idx="88">
                <c:v>2.9472</c:v>
              </c:pt>
              <c:pt idx="89">
                <c:v>2.9616000000000002</c:v>
              </c:pt>
              <c:pt idx="90">
                <c:v>2.976</c:v>
              </c:pt>
              <c:pt idx="91">
                <c:v>2.9904</c:v>
              </c:pt>
              <c:pt idx="92">
                <c:v>3.0048000000000004</c:v>
              </c:pt>
              <c:pt idx="93">
                <c:v>3.0192</c:v>
              </c:pt>
              <c:pt idx="94">
                <c:v>3.0336000000000003</c:v>
              </c:pt>
              <c:pt idx="95">
                <c:v>3.048</c:v>
              </c:pt>
              <c:pt idx="96">
                <c:v>3.0624000000000002</c:v>
              </c:pt>
              <c:pt idx="97">
                <c:v>3.0768</c:v>
              </c:pt>
              <c:pt idx="98">
                <c:v>3.0912</c:v>
              </c:pt>
              <c:pt idx="99">
                <c:v>3.1056000000000004</c:v>
              </c:pt>
              <c:pt idx="100">
                <c:v>3.12</c:v>
              </c:pt>
            </c:numLit>
          </c:xVal>
          <c:yVal>
            <c:numLit>
              <c:formatCode>General</c:formatCode>
              <c:ptCount val="101"/>
              <c:pt idx="0">
                <c:v>3.1934618035661742</c:v>
              </c:pt>
              <c:pt idx="1">
                <c:v>5.07609811295906</c:v>
              </c:pt>
              <c:pt idx="2">
                <c:v>10.128649827952394</c:v>
              </c:pt>
              <c:pt idx="3">
                <c:v>2.0493698881824725</c:v>
              </c:pt>
              <c:pt idx="4">
                <c:v>1.5451744061460306</c:v>
              </c:pt>
              <c:pt idx="5">
                <c:v>1.460758800602554</c:v>
              </c:pt>
              <c:pt idx="6">
                <c:v>1.4484367731262136</c:v>
              </c:pt>
              <c:pt idx="7">
                <c:v>1.4565467465990238</c:v>
              </c:pt>
              <c:pt idx="8">
                <c:v>1.4690029862908911</c:v>
              </c:pt>
              <c:pt idx="9">
                <c:v>1.4813369543331241</c:v>
              </c:pt>
              <c:pt idx="10">
                <c:v>1.4924498146994298</c:v>
              </c:pt>
              <c:pt idx="11">
                <c:v>1.5022030383171909</c:v>
              </c:pt>
              <c:pt idx="12">
                <c:v>1.5107260670282916</c:v>
              </c:pt>
              <c:pt idx="13">
                <c:v>1.5181824342954835</c:v>
              </c:pt>
              <c:pt idx="14">
                <c:v>1.524722905359984</c:v>
              </c:pt>
              <c:pt idx="15">
                <c:v>1.5304688424269015</c:v>
              </c:pt>
              <c:pt idx="16">
                <c:v>1.535500514751589</c:v>
              </c:pt>
              <c:pt idx="17">
                <c:v>1.5398727173399853</c:v>
              </c:pt>
              <c:pt idx="18">
                <c:v>1.5436148323242933</c:v>
              </c:pt>
              <c:pt idx="19">
                <c:v>1.5467234172684825</c:v>
              </c:pt>
              <c:pt idx="20">
                <c:v>1.5491758317740538</c:v>
              </c:pt>
              <c:pt idx="21">
                <c:v>1.5509078549746671</c:v>
              </c:pt>
              <c:pt idx="22">
                <c:v>1.5518282308818296</c:v>
              </c:pt>
              <c:pt idx="23">
                <c:v>1.551812188022089</c:v>
              </c:pt>
              <c:pt idx="24">
                <c:v>1.5506772793089312</c:v>
              </c:pt>
              <c:pt idx="25">
                <c:v>1.5482235707447727</c:v>
              </c:pt>
              <c:pt idx="26">
                <c:v>1.5442426391297916</c:v>
              </c:pt>
              <c:pt idx="27">
                <c:v>1.5386775535969937</c:v>
              </c:pt>
              <c:pt idx="28">
                <c:v>1.5319401996160071</c:v>
              </c:pt>
              <c:pt idx="29">
                <c:v>1.5255368168870529</c:v>
              </c:pt>
              <c:pt idx="30">
                <c:v>1.5225421205365037</c:v>
              </c:pt>
              <c:pt idx="31">
                <c:v>1.5264168169503893</c:v>
              </c:pt>
              <c:pt idx="32">
                <c:v>1.5375054855885597</c:v>
              </c:pt>
              <c:pt idx="33">
                <c:v>1.5517315980269457</c:v>
              </c:pt>
              <c:pt idx="34">
                <c:v>1.5643555938778533</c:v>
              </c:pt>
              <c:pt idx="35">
                <c:v>1.5731380668352259</c:v>
              </c:pt>
              <c:pt idx="36">
                <c:v>1.5779397580045955</c:v>
              </c:pt>
              <c:pt idx="37">
                <c:v>1.5793828018581177</c:v>
              </c:pt>
              <c:pt idx="38">
                <c:v>1.5781225735185822</c:v>
              </c:pt>
              <c:pt idx="39">
                <c:v>1.5746431941227415</c:v>
              </c:pt>
              <c:pt idx="40">
                <c:v>1.5692701197831174</c:v>
              </c:pt>
              <c:pt idx="41">
                <c:v>1.562228142091957</c:v>
              </c:pt>
              <c:pt idx="42">
                <c:v>1.5537101941820679</c:v>
              </c:pt>
              <c:pt idx="43">
                <c:v>1.543937642509785</c:v>
              </c:pt>
              <c:pt idx="44">
                <c:v>1.533229685876027</c:v>
              </c:pt>
              <c:pt idx="45">
                <c:v>1.5220754949628532</c:v>
              </c:pt>
              <c:pt idx="46">
                <c:v>1.5111988093552584</c:v>
              </c:pt>
              <c:pt idx="47">
                <c:v>1.5016121172396197</c:v>
              </c:pt>
              <c:pt idx="48">
                <c:v>1.4946048886840386</c:v>
              </c:pt>
              <c:pt idx="49">
                <c:v>1.4916077408303661</c:v>
              </c:pt>
              <c:pt idx="50">
                <c:v>1.4938881961854087</c:v>
              </c:pt>
              <c:pt idx="51">
                <c:v>1.5021158862744564</c:v>
              </c:pt>
              <c:pt idx="52">
                <c:v>1.5159326549608625</c:v>
              </c:pt>
              <c:pt idx="53">
                <c:v>1.5338037817081565</c:v>
              </c:pt>
              <c:pt idx="54">
                <c:v>1.5532562203661391</c:v>
              </c:pt>
              <c:pt idx="55">
                <c:v>1.571428977542054</c:v>
              </c:pt>
              <c:pt idx="56">
                <c:v>1.5856736551804833</c:v>
              </c:pt>
              <c:pt idx="57">
                <c:v>1.5939722263199823</c:v>
              </c:pt>
              <c:pt idx="58">
                <c:v>1.5951006535720069</c:v>
              </c:pt>
              <c:pt idx="59">
                <c:v>1.5885911523250094</c:v>
              </c:pt>
              <c:pt idx="60">
                <c:v>1.5746326472159129</c:v>
              </c:pt>
              <c:pt idx="61">
                <c:v>1.55398323884375</c:v>
              </c:pt>
              <c:pt idx="62">
                <c:v>1.5279675525466629</c:v>
              </c:pt>
              <c:pt idx="63">
                <c:v>1.4985508447958853</c:v>
              </c:pt>
              <c:pt idx="64">
                <c:v>1.4684587424955928</c:v>
              </c:pt>
              <c:pt idx="65">
                <c:v>1.4412638865911487</c:v>
              </c:pt>
              <c:pt idx="66">
                <c:v>1.4212178701682039</c:v>
              </c:pt>
              <c:pt idx="67">
                <c:v>1.412608063015937</c:v>
              </c:pt>
              <c:pt idx="68">
                <c:v>1.4185191474211345</c:v>
              </c:pt>
              <c:pt idx="69">
                <c:v>1.4395084045066298</c:v>
              </c:pt>
              <c:pt idx="70">
                <c:v>1.4731591294271094</c:v>
              </c:pt>
              <c:pt idx="71">
                <c:v>1.5147729974695341</c:v>
              </c:pt>
              <c:pt idx="72">
                <c:v>1.5585499620065726</c:v>
              </c:pt>
              <c:pt idx="73">
                <c:v>1.5985815587178465</c:v>
              </c:pt>
              <c:pt idx="74">
                <c:v>1.6295018564854142</c:v>
              </c:pt>
              <c:pt idx="75">
                <c:v>1.6468778924497203</c:v>
              </c:pt>
              <c:pt idx="76">
                <c:v>1.6474914111785521</c:v>
              </c:pt>
              <c:pt idx="77">
                <c:v>1.6295471995889996</c:v>
              </c:pt>
              <c:pt idx="78">
                <c:v>1.5929136305178631</c:v>
              </c:pt>
              <c:pt idx="79">
                <c:v>1.5394300148179405</c:v>
              </c:pt>
              <c:pt idx="80">
                <c:v>1.4733008548582909</c:v>
              </c:pt>
              <c:pt idx="81">
                <c:v>1.4018223561843062</c:v>
              </c:pt>
              <c:pt idx="82">
                <c:v>1.3366877605766128</c:v>
              </c:pt>
              <c:pt idx="83">
                <c:v>1.2953596501593019</c:v>
              </c:pt>
              <c:pt idx="84">
                <c:v>1.2969263407111951</c:v>
              </c:pt>
              <c:pt idx="85">
                <c:v>1.3467834675621031</c:v>
              </c:pt>
              <c:pt idx="86">
                <c:v>1.4317132006850848</c:v>
              </c:pt>
              <c:pt idx="87">
                <c:v>1.5329999338892155</c:v>
              </c:pt>
              <c:pt idx="88">
                <c:v>1.6332391794379444</c:v>
              </c:pt>
              <c:pt idx="89">
                <c:v>1.7164257057052903</c:v>
              </c:pt>
              <c:pt idx="90">
                <c:v>1.7682314951325058</c:v>
              </c:pt>
              <c:pt idx="91">
                <c:v>1.7776305893013027</c:v>
              </c:pt>
              <c:pt idx="92">
                <c:v>1.7390810045828935</c:v>
              </c:pt>
              <c:pt idx="93">
                <c:v>1.6541222575003875</c:v>
              </c:pt>
              <c:pt idx="94">
                <c:v>1.531661703639756</c:v>
              </c:pt>
              <c:pt idx="95">
                <c:v>1.3871888925296381</c:v>
              </c:pt>
              <c:pt idx="96">
                <c:v>1.2445618489752821</c:v>
              </c:pt>
              <c:pt idx="97">
                <c:v>1.1588413892199803</c:v>
              </c:pt>
              <c:pt idx="98">
                <c:v>1.2231344937491211</c:v>
              </c:pt>
              <c:pt idx="99">
                <c:v>1.3833819485288337</c:v>
              </c:pt>
              <c:pt idx="100">
                <c:v>1.5687737687096022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3.12"/>
          <c:min val="1.6800000000000002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Frequency (GHz)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6"/>
          <c:min val="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VSWR 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Gain (Total - normalised)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Φ = 0°</c:v>
          </c:tx>
          <c:spPr>
            <a:ln>
              <a:solidFill>
                <a:srgbClr val="8D4FAA"/>
              </a:solidFill>
            </a:ln>
          </c:spPr>
          <c:marker>
            <c:symbol val="none"/>
          </c:marker>
          <c:xVal>
            <c:numLit>
              <c:formatCode>General</c:formatCode>
              <c:ptCount val="72"/>
              <c:pt idx="0">
                <c:v>-180</c:v>
              </c:pt>
              <c:pt idx="1">
                <c:v>-175</c:v>
              </c:pt>
              <c:pt idx="2">
                <c:v>-170</c:v>
              </c:pt>
              <c:pt idx="3">
                <c:v>-165</c:v>
              </c:pt>
              <c:pt idx="4">
                <c:v>-160</c:v>
              </c:pt>
              <c:pt idx="5">
                <c:v>-155</c:v>
              </c:pt>
              <c:pt idx="6">
                <c:v>-150</c:v>
              </c:pt>
              <c:pt idx="7">
                <c:v>-145</c:v>
              </c:pt>
              <c:pt idx="8">
                <c:v>-140</c:v>
              </c:pt>
              <c:pt idx="9">
                <c:v>-135</c:v>
              </c:pt>
              <c:pt idx="10">
                <c:v>-130</c:v>
              </c:pt>
              <c:pt idx="11">
                <c:v>-125</c:v>
              </c:pt>
              <c:pt idx="12">
                <c:v>-120</c:v>
              </c:pt>
              <c:pt idx="13">
                <c:v>-115</c:v>
              </c:pt>
              <c:pt idx="14">
                <c:v>-110</c:v>
              </c:pt>
              <c:pt idx="15">
                <c:v>-105</c:v>
              </c:pt>
              <c:pt idx="16">
                <c:v>-100</c:v>
              </c:pt>
              <c:pt idx="17">
                <c:v>-95</c:v>
              </c:pt>
              <c:pt idx="18">
                <c:v>-90</c:v>
              </c:pt>
              <c:pt idx="19">
                <c:v>-85</c:v>
              </c:pt>
              <c:pt idx="20">
                <c:v>-80</c:v>
              </c:pt>
              <c:pt idx="21">
                <c:v>-75</c:v>
              </c:pt>
              <c:pt idx="22">
                <c:v>-70</c:v>
              </c:pt>
              <c:pt idx="23">
                <c:v>-65</c:v>
              </c:pt>
              <c:pt idx="24">
                <c:v>-60</c:v>
              </c:pt>
              <c:pt idx="25">
                <c:v>-55</c:v>
              </c:pt>
              <c:pt idx="26">
                <c:v>-50</c:v>
              </c:pt>
              <c:pt idx="27">
                <c:v>-45</c:v>
              </c:pt>
              <c:pt idx="28">
                <c:v>-40</c:v>
              </c:pt>
              <c:pt idx="29">
                <c:v>-35</c:v>
              </c:pt>
              <c:pt idx="30">
                <c:v>-30</c:v>
              </c:pt>
              <c:pt idx="31">
                <c:v>-25</c:v>
              </c:pt>
              <c:pt idx="32">
                <c:v>-20</c:v>
              </c:pt>
              <c:pt idx="33">
                <c:v>-15</c:v>
              </c:pt>
              <c:pt idx="34">
                <c:v>-10</c:v>
              </c:pt>
              <c:pt idx="35">
                <c:v>-5</c:v>
              </c:pt>
              <c:pt idx="36">
                <c:v>0</c:v>
              </c:pt>
              <c:pt idx="37">
                <c:v>5</c:v>
              </c:pt>
              <c:pt idx="38">
                <c:v>10</c:v>
              </c:pt>
              <c:pt idx="39">
                <c:v>15</c:v>
              </c:pt>
              <c:pt idx="40">
                <c:v>20</c:v>
              </c:pt>
              <c:pt idx="41">
                <c:v>25</c:v>
              </c:pt>
              <c:pt idx="42">
                <c:v>30</c:v>
              </c:pt>
              <c:pt idx="43">
                <c:v>35</c:v>
              </c:pt>
              <c:pt idx="44">
                <c:v>40</c:v>
              </c:pt>
              <c:pt idx="45">
                <c:v>45</c:v>
              </c:pt>
              <c:pt idx="46">
                <c:v>50</c:v>
              </c:pt>
              <c:pt idx="47">
                <c:v>55</c:v>
              </c:pt>
              <c:pt idx="48">
                <c:v>60</c:v>
              </c:pt>
              <c:pt idx="49">
                <c:v>65</c:v>
              </c:pt>
              <c:pt idx="50">
                <c:v>70</c:v>
              </c:pt>
              <c:pt idx="51">
                <c:v>75</c:v>
              </c:pt>
              <c:pt idx="52">
                <c:v>80</c:v>
              </c:pt>
              <c:pt idx="53">
                <c:v>85</c:v>
              </c:pt>
              <c:pt idx="54">
                <c:v>90</c:v>
              </c:pt>
              <c:pt idx="55">
                <c:v>95</c:v>
              </c:pt>
              <c:pt idx="56">
                <c:v>100</c:v>
              </c:pt>
              <c:pt idx="57">
                <c:v>105</c:v>
              </c:pt>
              <c:pt idx="58">
                <c:v>110</c:v>
              </c:pt>
              <c:pt idx="59">
                <c:v>115</c:v>
              </c:pt>
              <c:pt idx="60">
                <c:v>120</c:v>
              </c:pt>
              <c:pt idx="61">
                <c:v>125</c:v>
              </c:pt>
              <c:pt idx="62">
                <c:v>130</c:v>
              </c:pt>
              <c:pt idx="63">
                <c:v>135</c:v>
              </c:pt>
              <c:pt idx="64">
                <c:v>140</c:v>
              </c:pt>
              <c:pt idx="65">
                <c:v>145</c:v>
              </c:pt>
              <c:pt idx="66">
                <c:v>150</c:v>
              </c:pt>
              <c:pt idx="67">
                <c:v>155</c:v>
              </c:pt>
              <c:pt idx="68">
                <c:v>160</c:v>
              </c:pt>
              <c:pt idx="69">
                <c:v>165</c:v>
              </c:pt>
              <c:pt idx="70">
                <c:v>170</c:v>
              </c:pt>
              <c:pt idx="71">
                <c:v>175</c:v>
              </c:pt>
            </c:numLit>
          </c:xVal>
          <c:yVal>
            <c:numLit>
              <c:formatCode>General</c:formatCode>
              <c:ptCount val="72"/>
              <c:pt idx="0">
                <c:v>-14.112906525854594</c:v>
              </c:pt>
              <c:pt idx="1">
                <c:v>-14.295677193027615</c:v>
              </c:pt>
              <c:pt idx="2">
                <c:v>-14.813000016303913</c:v>
              </c:pt>
              <c:pt idx="3">
                <c:v>-15.711748986919931</c:v>
              </c:pt>
              <c:pt idx="4">
                <c:v>-17.079669473312492</c:v>
              </c:pt>
              <c:pt idx="5">
                <c:v>-19.071034837642124</c:v>
              </c:pt>
              <c:pt idx="6">
                <c:v>-21.9348785859497</c:v>
              </c:pt>
              <c:pt idx="7">
                <c:v>-25.832272668265396</c:v>
              </c:pt>
              <c:pt idx="8">
                <c:v>-28.382837117152114</c:v>
              </c:pt>
              <c:pt idx="9">
                <c:v>-25.506638692237239</c:v>
              </c:pt>
              <c:pt idx="10">
                <c:v>-22.007665007418161</c:v>
              </c:pt>
              <c:pt idx="11">
                <c:v>-19.525399534341403</c:v>
              </c:pt>
              <c:pt idx="12">
                <c:v>-18.086641526850922</c:v>
              </c:pt>
              <c:pt idx="13">
                <c:v>-17.755277081200141</c:v>
              </c:pt>
              <c:pt idx="14">
                <c:v>-18.463218270568341</c:v>
              </c:pt>
              <c:pt idx="15">
                <c:v>-19.386637493360951</c:v>
              </c:pt>
              <c:pt idx="16">
                <c:v>-19.054108450676608</c:v>
              </c:pt>
              <c:pt idx="17">
                <c:v>-18.206316107124632</c:v>
              </c:pt>
              <c:pt idx="18">
                <c:v>-18.603276523095797</c:v>
              </c:pt>
              <c:pt idx="19">
                <c:v>-20.735181676678579</c:v>
              </c:pt>
              <c:pt idx="20">
                <c:v>-21.15577484162975</c:v>
              </c:pt>
              <c:pt idx="21">
                <c:v>-17.946300982298343</c:v>
              </c:pt>
              <c:pt idx="22">
                <c:v>-16.2620613031058</c:v>
              </c:pt>
              <c:pt idx="23">
                <c:v>-16.81981266289409</c:v>
              </c:pt>
              <c:pt idx="24">
                <c:v>-17.274942447411767</c:v>
              </c:pt>
              <c:pt idx="25">
                <c:v>-14.599336681759766</c:v>
              </c:pt>
              <c:pt idx="26">
                <c:v>-12.311423864348058</c:v>
              </c:pt>
              <c:pt idx="27">
                <c:v>-12.0979876769753</c:v>
              </c:pt>
              <c:pt idx="28">
                <c:v>-13.846502021275363</c:v>
              </c:pt>
              <c:pt idx="29">
                <c:v>-13.982551380178572</c:v>
              </c:pt>
              <c:pt idx="30">
                <c:v>-9.6206013479109522</c:v>
              </c:pt>
              <c:pt idx="31">
                <c:v>-5.7908213680324891</c:v>
              </c:pt>
              <c:pt idx="32">
                <c:v>-3.2490406176949502</c:v>
              </c:pt>
              <c:pt idx="33">
                <c:v>-1.6279677391164178</c:v>
              </c:pt>
              <c:pt idx="34">
                <c:v>-0.64673829830267771</c:v>
              </c:pt>
              <c:pt idx="35">
                <c:v>-0.1343467531181286</c:v>
              </c:pt>
              <c:pt idx="36">
                <c:v>0</c:v>
              </c:pt>
              <c:pt idx="37">
                <c:v>-0.21844299608498829</c:v>
              </c:pt>
              <c:pt idx="38">
                <c:v>-0.82852795656994083</c:v>
              </c:pt>
              <c:pt idx="39">
                <c:v>-1.9419337879126406</c:v>
              </c:pt>
              <c:pt idx="40">
                <c:v>-3.7746826665638498</c:v>
              </c:pt>
              <c:pt idx="41">
                <c:v>-6.7362397594230021</c:v>
              </c:pt>
              <c:pt idx="42">
                <c:v>-11.659625099160234</c:v>
              </c:pt>
              <c:pt idx="43">
                <c:v>-18.113282665851258</c:v>
              </c:pt>
              <c:pt idx="44">
                <c:v>-14.707557376445914</c:v>
              </c:pt>
              <c:pt idx="45">
                <c:v>-11.822284494598616</c:v>
              </c:pt>
              <c:pt idx="46">
                <c:v>-11.962585586490134</c:v>
              </c:pt>
              <c:pt idx="47">
                <c:v>-14.936270037035875</c:v>
              </c:pt>
              <c:pt idx="48">
                <c:v>-19.525036962184227</c:v>
              </c:pt>
              <c:pt idx="49">
                <c:v>-17.189794769228936</c:v>
              </c:pt>
              <c:pt idx="50">
                <c:v>-14.968505935554731</c:v>
              </c:pt>
              <c:pt idx="51">
                <c:v>-15.992595086310221</c:v>
              </c:pt>
              <c:pt idx="52">
                <c:v>-19.912597730521817</c:v>
              </c:pt>
              <c:pt idx="53">
                <c:v>-20.19119050522098</c:v>
              </c:pt>
              <c:pt idx="54">
                <c:v>-16.929384237253185</c:v>
              </c:pt>
              <c:pt idx="55">
                <c:v>-16.271863740273275</c:v>
              </c:pt>
              <c:pt idx="56">
                <c:v>-17.73104001619199</c:v>
              </c:pt>
              <c:pt idx="57">
                <c:v>-18.711495143564289</c:v>
              </c:pt>
              <c:pt idx="58">
                <c:v>-17.276728619950397</c:v>
              </c:pt>
              <c:pt idx="59">
                <c:v>-16.178166684938478</c:v>
              </c:pt>
              <c:pt idx="60">
                <c:v>-16.464024029159095</c:v>
              </c:pt>
              <c:pt idx="61">
                <c:v>-17.768302856596375</c:v>
              </c:pt>
              <c:pt idx="62">
                <c:v>-19.345285155601786</c:v>
              </c:pt>
              <c:pt idx="63">
                <c:v>-20.725325174034086</c:v>
              </c:pt>
              <c:pt idx="64">
                <c:v>-21.88781429988234</c:v>
              </c:pt>
              <c:pt idx="65">
                <c:v>-22.078732915627214</c:v>
              </c:pt>
              <c:pt idx="66">
                <c:v>-20.567271603919359</c:v>
              </c:pt>
              <c:pt idx="67">
                <c:v>-18.479031260600177</c:v>
              </c:pt>
              <c:pt idx="68">
                <c:v>-16.7421912444891</c:v>
              </c:pt>
              <c:pt idx="69">
                <c:v>-15.505102015890653</c:v>
              </c:pt>
              <c:pt idx="70">
                <c:v>-14.69679209022858</c:v>
              </c:pt>
              <c:pt idx="71">
                <c:v>-14.244842405255142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175"/>
          <c:min val="-180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Angle (°)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0"/>
          <c:min val="-29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Gain (dBi)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Gain (LHC - normalised)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Φ = 0°</c:v>
          </c:tx>
          <c:spPr>
            <a:ln>
              <a:solidFill>
                <a:srgbClr val="8D4FAA"/>
              </a:solidFill>
            </a:ln>
          </c:spPr>
          <c:marker>
            <c:symbol val="none"/>
          </c:marker>
          <c:xVal>
            <c:numLit>
              <c:formatCode>General</c:formatCode>
              <c:ptCount val="72"/>
              <c:pt idx="0">
                <c:v>-180</c:v>
              </c:pt>
              <c:pt idx="1">
                <c:v>-175</c:v>
              </c:pt>
              <c:pt idx="2">
                <c:v>-170</c:v>
              </c:pt>
              <c:pt idx="3">
                <c:v>-165</c:v>
              </c:pt>
              <c:pt idx="4">
                <c:v>-160</c:v>
              </c:pt>
              <c:pt idx="5">
                <c:v>-155</c:v>
              </c:pt>
              <c:pt idx="6">
                <c:v>-150</c:v>
              </c:pt>
              <c:pt idx="7">
                <c:v>-145</c:v>
              </c:pt>
              <c:pt idx="8">
                <c:v>-140</c:v>
              </c:pt>
              <c:pt idx="9">
                <c:v>-135</c:v>
              </c:pt>
              <c:pt idx="10">
                <c:v>-130</c:v>
              </c:pt>
              <c:pt idx="11">
                <c:v>-125</c:v>
              </c:pt>
              <c:pt idx="12">
                <c:v>-120</c:v>
              </c:pt>
              <c:pt idx="13">
                <c:v>-115</c:v>
              </c:pt>
              <c:pt idx="14">
                <c:v>-110</c:v>
              </c:pt>
              <c:pt idx="15">
                <c:v>-105</c:v>
              </c:pt>
              <c:pt idx="16">
                <c:v>-100</c:v>
              </c:pt>
              <c:pt idx="17">
                <c:v>-95</c:v>
              </c:pt>
              <c:pt idx="18">
                <c:v>-90</c:v>
              </c:pt>
              <c:pt idx="19">
                <c:v>-85</c:v>
              </c:pt>
              <c:pt idx="20">
                <c:v>-80</c:v>
              </c:pt>
              <c:pt idx="21">
                <c:v>-75</c:v>
              </c:pt>
              <c:pt idx="22">
                <c:v>-70</c:v>
              </c:pt>
              <c:pt idx="23">
                <c:v>-65</c:v>
              </c:pt>
              <c:pt idx="24">
                <c:v>-60</c:v>
              </c:pt>
              <c:pt idx="25">
                <c:v>-55</c:v>
              </c:pt>
              <c:pt idx="26">
                <c:v>-50</c:v>
              </c:pt>
              <c:pt idx="27">
                <c:v>-45</c:v>
              </c:pt>
              <c:pt idx="28">
                <c:v>-40</c:v>
              </c:pt>
              <c:pt idx="29">
                <c:v>-35</c:v>
              </c:pt>
              <c:pt idx="30">
                <c:v>-30</c:v>
              </c:pt>
              <c:pt idx="31">
                <c:v>-25</c:v>
              </c:pt>
              <c:pt idx="32">
                <c:v>-20</c:v>
              </c:pt>
              <c:pt idx="33">
                <c:v>-15</c:v>
              </c:pt>
              <c:pt idx="34">
                <c:v>-10</c:v>
              </c:pt>
              <c:pt idx="35">
                <c:v>-5</c:v>
              </c:pt>
              <c:pt idx="36">
                <c:v>0</c:v>
              </c:pt>
              <c:pt idx="37">
                <c:v>5</c:v>
              </c:pt>
              <c:pt idx="38">
                <c:v>10</c:v>
              </c:pt>
              <c:pt idx="39">
                <c:v>15</c:v>
              </c:pt>
              <c:pt idx="40">
                <c:v>20</c:v>
              </c:pt>
              <c:pt idx="41">
                <c:v>25</c:v>
              </c:pt>
              <c:pt idx="42">
                <c:v>30</c:v>
              </c:pt>
              <c:pt idx="43">
                <c:v>35</c:v>
              </c:pt>
              <c:pt idx="44">
                <c:v>40</c:v>
              </c:pt>
              <c:pt idx="45">
                <c:v>45</c:v>
              </c:pt>
              <c:pt idx="46">
                <c:v>50</c:v>
              </c:pt>
              <c:pt idx="47">
                <c:v>55</c:v>
              </c:pt>
              <c:pt idx="48">
                <c:v>60</c:v>
              </c:pt>
              <c:pt idx="49">
                <c:v>65</c:v>
              </c:pt>
              <c:pt idx="50">
                <c:v>70</c:v>
              </c:pt>
              <c:pt idx="51">
                <c:v>75</c:v>
              </c:pt>
              <c:pt idx="52">
                <c:v>80</c:v>
              </c:pt>
              <c:pt idx="53">
                <c:v>85</c:v>
              </c:pt>
              <c:pt idx="54">
                <c:v>90</c:v>
              </c:pt>
              <c:pt idx="55">
                <c:v>95</c:v>
              </c:pt>
              <c:pt idx="56">
                <c:v>100</c:v>
              </c:pt>
              <c:pt idx="57">
                <c:v>105</c:v>
              </c:pt>
              <c:pt idx="58">
                <c:v>110</c:v>
              </c:pt>
              <c:pt idx="59">
                <c:v>115</c:v>
              </c:pt>
              <c:pt idx="60">
                <c:v>120</c:v>
              </c:pt>
              <c:pt idx="61">
                <c:v>125</c:v>
              </c:pt>
              <c:pt idx="62">
                <c:v>130</c:v>
              </c:pt>
              <c:pt idx="63">
                <c:v>135</c:v>
              </c:pt>
              <c:pt idx="64">
                <c:v>140</c:v>
              </c:pt>
              <c:pt idx="65">
                <c:v>145</c:v>
              </c:pt>
              <c:pt idx="66">
                <c:v>150</c:v>
              </c:pt>
              <c:pt idx="67">
                <c:v>155</c:v>
              </c:pt>
              <c:pt idx="68">
                <c:v>160</c:v>
              </c:pt>
              <c:pt idx="69">
                <c:v>165</c:v>
              </c:pt>
              <c:pt idx="70">
                <c:v>170</c:v>
              </c:pt>
              <c:pt idx="71">
                <c:v>175</c:v>
              </c:pt>
            </c:numLit>
          </c:xVal>
          <c:yVal>
            <c:numLit>
              <c:formatCode>General</c:formatCode>
              <c:ptCount val="72"/>
              <c:pt idx="0">
                <c:v>0</c:v>
              </c:pt>
              <c:pt idx="1">
                <c:v>-0.17484827247022205</c:v>
              </c:pt>
              <c:pt idx="2">
                <c:v>-0.70664720901952149</c:v>
              </c:pt>
              <c:pt idx="3">
                <c:v>-1.6587873467804446</c:v>
              </c:pt>
              <c:pt idx="4">
                <c:v>-3.1413453692352413</c:v>
              </c:pt>
              <c:pt idx="5">
                <c:v>-5.334350935371015</c:v>
              </c:pt>
              <c:pt idx="6">
                <c:v>-8.5137069465684743</c:v>
              </c:pt>
              <c:pt idx="7">
                <c:v>-12.878260397151264</c:v>
              </c:pt>
              <c:pt idx="8">
                <c:v>-15.780862245990901</c:v>
              </c:pt>
              <c:pt idx="9">
                <c:v>-12.50688284762469</c:v>
              </c:pt>
              <c:pt idx="10">
                <c:v>-8.5545958772252142</c:v>
              </c:pt>
              <c:pt idx="11">
                <c:v>-5.6476166166946573</c:v>
              </c:pt>
              <c:pt idx="12">
                <c:v>-3.9320748294077235</c:v>
              </c:pt>
              <c:pt idx="13">
                <c:v>-3.5138924047932982</c:v>
              </c:pt>
              <c:pt idx="14">
                <c:v>-4.28373532116114</c:v>
              </c:pt>
              <c:pt idx="15">
                <c:v>-5.2848637450525278</c:v>
              </c:pt>
              <c:pt idx="16">
                <c:v>-5.0246698889340777</c:v>
              </c:pt>
              <c:pt idx="17">
                <c:v>-4.5206785157927278</c:v>
              </c:pt>
              <c:pt idx="18">
                <c:v>-5.6276484326584</c:v>
              </c:pt>
              <c:pt idx="19">
                <c:v>-9.3590385611816256</c:v>
              </c:pt>
              <c:pt idx="20">
                <c:v>-12.116858285782387</c:v>
              </c:pt>
              <c:pt idx="21">
                <c:v>-8.04709265030179</c:v>
              </c:pt>
              <c:pt idx="22">
                <c:v>-6.1940238468516782</c:v>
              </c:pt>
              <c:pt idx="23">
                <c:v>-7.4365995846817849</c:v>
              </c:pt>
              <c:pt idx="24">
                <c:v>-12.966880390742642</c:v>
              </c:pt>
              <c:pt idx="25">
                <c:v>-28.367697629688092</c:v>
              </c:pt>
              <c:pt idx="26">
                <c:v>-11.91308908551124</c:v>
              </c:pt>
              <c:pt idx="27">
                <c:v>-8.2926233559344436</c:v>
              </c:pt>
              <c:pt idx="28">
                <c:v>-7.6410905440951868</c:v>
              </c:pt>
              <c:pt idx="29">
                <c:v>-8.6832431899636067</c:v>
              </c:pt>
              <c:pt idx="30">
                <c:v>-10.91801829309008</c:v>
              </c:pt>
              <c:pt idx="31">
                <c:v>-13.834974696333484</c:v>
              </c:pt>
              <c:pt idx="32">
                <c:v>-16.315669096101427</c:v>
              </c:pt>
              <c:pt idx="33">
                <c:v>-17.004694612910662</c:v>
              </c:pt>
              <c:pt idx="34">
                <c:v>-16.294600070073717</c:v>
              </c:pt>
              <c:pt idx="35">
                <c:v>-15.173525256188908</c:v>
              </c:pt>
              <c:pt idx="36">
                <c:v>-13.97242544230946</c:v>
              </c:pt>
              <c:pt idx="37">
                <c:v>-12.820736843777649</c:v>
              </c:pt>
              <c:pt idx="38">
                <c:v>-11.906081417526313</c:v>
              </c:pt>
              <c:pt idx="39">
                <c:v>-11.542753342866565</c:v>
              </c:pt>
              <c:pt idx="40">
                <c:v>-12.232923305756154</c:v>
              </c:pt>
              <c:pt idx="41">
                <c:v>-15.111458917746225</c:v>
              </c:pt>
              <c:pt idx="42">
                <c:v>-26.505481324711464</c:v>
              </c:pt>
              <c:pt idx="43">
                <c:v>-17.527159374105942</c:v>
              </c:pt>
              <c:pt idx="44">
                <c:v>-9.6755895858789973</c:v>
              </c:pt>
              <c:pt idx="45">
                <c:v>-6.469940597425996</c:v>
              </c:pt>
              <c:pt idx="46">
                <c:v>-6.0344567223826573</c:v>
              </c:pt>
              <c:pt idx="47">
                <c:v>-8.9424740869745083</c:v>
              </c:pt>
              <c:pt idx="48">
                <c:v>-19.757815459071544</c:v>
              </c:pt>
              <c:pt idx="49">
                <c:v>-10.316951084164163</c:v>
              </c:pt>
              <c:pt idx="50">
                <c:v>-5.3316932309730234</c:v>
              </c:pt>
              <c:pt idx="51">
                <c:v>-4.9788814175337244</c:v>
              </c:pt>
              <c:pt idx="52">
                <c:v>-8.4902815044697917</c:v>
              </c:pt>
              <c:pt idx="53">
                <c:v>-10.302110042681793</c:v>
              </c:pt>
              <c:pt idx="54">
                <c:v>-5.108861007713557</c:v>
              </c:pt>
              <c:pt idx="55">
                <c:v>-3.1258564234913835</c:v>
              </c:pt>
              <c:pt idx="56">
                <c:v>-3.8459349692479043</c:v>
              </c:pt>
              <c:pt idx="57">
                <c:v>-5.1784117735519057</c:v>
              </c:pt>
              <c:pt idx="58">
                <c:v>-3.9608682612480313</c:v>
              </c:pt>
              <c:pt idx="59">
                <c:v>-2.3759530463119258</c:v>
              </c:pt>
              <c:pt idx="60">
                <c:v>-2.318656786100378</c:v>
              </c:pt>
              <c:pt idx="61">
                <c:v>-3.769937077102639</c:v>
              </c:pt>
              <c:pt idx="62">
                <c:v>-6.1418632356146574</c:v>
              </c:pt>
              <c:pt idx="63">
                <c:v>-8.2914214872206387</c:v>
              </c:pt>
              <c:pt idx="64">
                <c:v>-9.1138083849027325</c:v>
              </c:pt>
              <c:pt idx="65">
                <c:v>-8.3086582315227968</c:v>
              </c:pt>
              <c:pt idx="66">
                <c:v>-6.3911576618909773</c:v>
              </c:pt>
              <c:pt idx="67">
                <c:v>-4.3375040371298645</c:v>
              </c:pt>
              <c:pt idx="68">
                <c:v>-2.6626482345774054</c:v>
              </c:pt>
              <c:pt idx="69">
                <c:v>-1.4429119179459269</c:v>
              </c:pt>
              <c:pt idx="70">
                <c:v>-0.6237747539639118</c:v>
              </c:pt>
              <c:pt idx="71">
                <c:v>-0.15100837357116692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175"/>
          <c:min val="-180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Angle (°)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0"/>
          <c:min val="-29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Gain (dBi)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Gain (RHC - normalised)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Φ = 0°</c:v>
          </c:tx>
          <c:spPr>
            <a:ln>
              <a:solidFill>
                <a:srgbClr val="8D4FAA"/>
              </a:solidFill>
            </a:ln>
          </c:spPr>
          <c:marker>
            <c:symbol val="none"/>
          </c:marker>
          <c:xVal>
            <c:numLit>
              <c:formatCode>General</c:formatCode>
              <c:ptCount val="72"/>
              <c:pt idx="0">
                <c:v>-180</c:v>
              </c:pt>
              <c:pt idx="1">
                <c:v>-175</c:v>
              </c:pt>
              <c:pt idx="2">
                <c:v>-170</c:v>
              </c:pt>
              <c:pt idx="3">
                <c:v>-165</c:v>
              </c:pt>
              <c:pt idx="4">
                <c:v>-160</c:v>
              </c:pt>
              <c:pt idx="5">
                <c:v>-155</c:v>
              </c:pt>
              <c:pt idx="6">
                <c:v>-150</c:v>
              </c:pt>
              <c:pt idx="7">
                <c:v>-145</c:v>
              </c:pt>
              <c:pt idx="8">
                <c:v>-140</c:v>
              </c:pt>
              <c:pt idx="9">
                <c:v>-135</c:v>
              </c:pt>
              <c:pt idx="10">
                <c:v>-130</c:v>
              </c:pt>
              <c:pt idx="11">
                <c:v>-125</c:v>
              </c:pt>
              <c:pt idx="12">
                <c:v>-120</c:v>
              </c:pt>
              <c:pt idx="13">
                <c:v>-115</c:v>
              </c:pt>
              <c:pt idx="14">
                <c:v>-110</c:v>
              </c:pt>
              <c:pt idx="15">
                <c:v>-105</c:v>
              </c:pt>
              <c:pt idx="16">
                <c:v>-100</c:v>
              </c:pt>
              <c:pt idx="17">
                <c:v>-95</c:v>
              </c:pt>
              <c:pt idx="18">
                <c:v>-90</c:v>
              </c:pt>
              <c:pt idx="19">
                <c:v>-85</c:v>
              </c:pt>
              <c:pt idx="20">
                <c:v>-80</c:v>
              </c:pt>
              <c:pt idx="21">
                <c:v>-75</c:v>
              </c:pt>
              <c:pt idx="22">
                <c:v>-70</c:v>
              </c:pt>
              <c:pt idx="23">
                <c:v>-65</c:v>
              </c:pt>
              <c:pt idx="24">
                <c:v>-60</c:v>
              </c:pt>
              <c:pt idx="25">
                <c:v>-55</c:v>
              </c:pt>
              <c:pt idx="26">
                <c:v>-50</c:v>
              </c:pt>
              <c:pt idx="27">
                <c:v>-45</c:v>
              </c:pt>
              <c:pt idx="28">
                <c:v>-40</c:v>
              </c:pt>
              <c:pt idx="29">
                <c:v>-35</c:v>
              </c:pt>
              <c:pt idx="30">
                <c:v>-30</c:v>
              </c:pt>
              <c:pt idx="31">
                <c:v>-25</c:v>
              </c:pt>
              <c:pt idx="32">
                <c:v>-20</c:v>
              </c:pt>
              <c:pt idx="33">
                <c:v>-15</c:v>
              </c:pt>
              <c:pt idx="34">
                <c:v>-10</c:v>
              </c:pt>
              <c:pt idx="35">
                <c:v>-5</c:v>
              </c:pt>
              <c:pt idx="36">
                <c:v>0</c:v>
              </c:pt>
              <c:pt idx="37">
                <c:v>5</c:v>
              </c:pt>
              <c:pt idx="38">
                <c:v>10</c:v>
              </c:pt>
              <c:pt idx="39">
                <c:v>15</c:v>
              </c:pt>
              <c:pt idx="40">
                <c:v>20</c:v>
              </c:pt>
              <c:pt idx="41">
                <c:v>25</c:v>
              </c:pt>
              <c:pt idx="42">
                <c:v>30</c:v>
              </c:pt>
              <c:pt idx="43">
                <c:v>35</c:v>
              </c:pt>
              <c:pt idx="44">
                <c:v>40</c:v>
              </c:pt>
              <c:pt idx="45">
                <c:v>45</c:v>
              </c:pt>
              <c:pt idx="46">
                <c:v>50</c:v>
              </c:pt>
              <c:pt idx="47">
                <c:v>55</c:v>
              </c:pt>
              <c:pt idx="48">
                <c:v>60</c:v>
              </c:pt>
              <c:pt idx="49">
                <c:v>65</c:v>
              </c:pt>
              <c:pt idx="50">
                <c:v>70</c:v>
              </c:pt>
              <c:pt idx="51">
                <c:v>75</c:v>
              </c:pt>
              <c:pt idx="52">
                <c:v>80</c:v>
              </c:pt>
              <c:pt idx="53">
                <c:v>85</c:v>
              </c:pt>
              <c:pt idx="54">
                <c:v>90</c:v>
              </c:pt>
              <c:pt idx="55">
                <c:v>95</c:v>
              </c:pt>
              <c:pt idx="56">
                <c:v>100</c:v>
              </c:pt>
              <c:pt idx="57">
                <c:v>105</c:v>
              </c:pt>
              <c:pt idx="58">
                <c:v>110</c:v>
              </c:pt>
              <c:pt idx="59">
                <c:v>115</c:v>
              </c:pt>
              <c:pt idx="60">
                <c:v>120</c:v>
              </c:pt>
              <c:pt idx="61">
                <c:v>125</c:v>
              </c:pt>
              <c:pt idx="62">
                <c:v>130</c:v>
              </c:pt>
              <c:pt idx="63">
                <c:v>135</c:v>
              </c:pt>
              <c:pt idx="64">
                <c:v>140</c:v>
              </c:pt>
              <c:pt idx="65">
                <c:v>145</c:v>
              </c:pt>
              <c:pt idx="66">
                <c:v>150</c:v>
              </c:pt>
              <c:pt idx="67">
                <c:v>155</c:v>
              </c:pt>
              <c:pt idx="68">
                <c:v>160</c:v>
              </c:pt>
              <c:pt idx="69">
                <c:v>165</c:v>
              </c:pt>
              <c:pt idx="70">
                <c:v>170</c:v>
              </c:pt>
              <c:pt idx="71">
                <c:v>175</c:v>
              </c:pt>
            </c:numLit>
          </c:xVal>
          <c:yVal>
            <c:numLit>
              <c:formatCode>General</c:formatCode>
              <c:ptCount val="72"/>
              <c:pt idx="0">
                <c:v>-29.01186674229173</c:v>
              </c:pt>
              <c:pt idx="1">
                <c:v>-29.438803788855651</c:v>
              </c:pt>
              <c:pt idx="2">
                <c:v>-29.520173913842807</c:v>
              </c:pt>
              <c:pt idx="3">
                <c:v>-29.117144319338742</c:v>
              </c:pt>
              <c:pt idx="4">
                <c:v>-28.594517246974565</c:v>
              </c:pt>
              <c:pt idx="5">
                <c:v>-28.548388305886164</c:v>
              </c:pt>
              <c:pt idx="6">
                <c:v>-29.502916885823716</c:v>
              </c:pt>
              <c:pt idx="7">
                <c:v>-31.693449579023628</c:v>
              </c:pt>
              <c:pt idx="8">
                <c:v>-33.370422084778539</c:v>
              </c:pt>
              <c:pt idx="9">
                <c:v>-31.501443729128429</c:v>
              </c:pt>
              <c:pt idx="10">
                <c:v>-29.729532057273314</c:v>
              </c:pt>
              <c:pt idx="11">
                <c:v>-30.311629353540788</c:v>
              </c:pt>
              <c:pt idx="12">
                <c:v>-34.464492241182363</c:v>
              </c:pt>
              <c:pt idx="13">
                <c:v>-42.611655754467904</c:v>
              </c:pt>
              <c:pt idx="14">
                <c:v>-36.058734327521961</c:v>
              </c:pt>
              <c:pt idx="15">
                <c:v>-33.964829034688137</c:v>
              </c:pt>
              <c:pt idx="16">
                <c:v>-31.994159187395031</c:v>
              </c:pt>
              <c:pt idx="17">
                <c:v>-27.301155331251806</c:v>
              </c:pt>
              <c:pt idx="18">
                <c:v>-24.526911195346337</c:v>
              </c:pt>
              <c:pt idx="19">
                <c:v>-23.873872789541569</c:v>
              </c:pt>
              <c:pt idx="20">
                <c:v>-22.703464045091138</c:v>
              </c:pt>
              <c:pt idx="21">
                <c:v>-19.923969724304978</c:v>
              </c:pt>
              <c:pt idx="22">
                <c:v>-18.34059323214219</c:v>
              </c:pt>
              <c:pt idx="23">
                <c:v>-18.524481205366612</c:v>
              </c:pt>
              <c:pt idx="24">
                <c:v>-17.731851850428114</c:v>
              </c:pt>
              <c:pt idx="25">
                <c:v>-14.599651369065381</c:v>
              </c:pt>
              <c:pt idx="26">
                <c:v>-12.48734059226344</c:v>
              </c:pt>
              <c:pt idx="27">
                <c:v>-12.501766107836298</c:v>
              </c:pt>
              <c:pt idx="28">
                <c:v>-14.579985192815215</c:v>
              </c:pt>
              <c:pt idx="29">
                <c:v>-14.566701215534497</c:v>
              </c:pt>
              <c:pt idx="30">
                <c:v>-9.7366967407774414</c:v>
              </c:pt>
              <c:pt idx="31">
                <c:v>-5.8099357071102231</c:v>
              </c:pt>
              <c:pt idx="32">
                <c:v>-3.2505577949113587</c:v>
              </c:pt>
              <c:pt idx="33">
                <c:v>-1.6261609886974817</c:v>
              </c:pt>
              <c:pt idx="34">
                <c:v>-0.64464517827113532</c:v>
              </c:pt>
              <c:pt idx="35">
                <c:v>-0.13292246084397163</c:v>
              </c:pt>
              <c:pt idx="36">
                <c:v>0</c:v>
              </c:pt>
              <c:pt idx="37">
                <c:v>-0.22086984441772373</c:v>
              </c:pt>
              <c:pt idx="38">
                <c:v>-0.8347301666471072</c:v>
              </c:pt>
              <c:pt idx="39">
                <c:v>-1.9533054902748894</c:v>
              </c:pt>
              <c:pt idx="40">
                <c:v>-3.7914580250934709</c:v>
              </c:pt>
              <c:pt idx="41">
                <c:v>-6.753466266540249</c:v>
              </c:pt>
              <c:pt idx="42">
                <c:v>-11.658433632439969</c:v>
              </c:pt>
              <c:pt idx="43">
                <c:v>-18.297441246868331</c:v>
              </c:pt>
              <c:pt idx="44">
                <c:v>-15.254095300705767</c:v>
              </c:pt>
              <c:pt idx="45">
                <c:v>-12.414215646214952</c:v>
              </c:pt>
              <c:pt idx="46">
                <c:v>-12.646451368242948</c:v>
              </c:pt>
              <c:pt idx="47">
                <c:v>-15.6315514720351</c:v>
              </c:pt>
              <c:pt idx="48">
                <c:v>-19.675823419591339</c:v>
              </c:pt>
              <c:pt idx="49">
                <c:v>-18.059416163404819</c:v>
              </c:pt>
              <c:pt idx="50">
                <c:v>-16.801158977299675</c:v>
              </c:pt>
              <c:pt idx="51">
                <c:v>-18.776515635362038</c:v>
              </c:pt>
              <c:pt idx="52">
                <c:v>-23.100920398287663</c:v>
              </c:pt>
              <c:pt idx="53">
                <c:v>-22.1630045808613</c:v>
              </c:pt>
              <c:pt idx="54">
                <c:v>-20.596386405878686</c:v>
              </c:pt>
              <c:pt idx="55">
                <c:v>-22.734587855183612</c:v>
              </c:pt>
              <c:pt idx="56">
                <c:v>-28.598658384748155</c:v>
              </c:pt>
              <c:pt idx="57">
                <c:v>-26.850675025805554</c:v>
              </c:pt>
              <c:pt idx="58">
                <c:v>-24.379435803182695</c:v>
              </c:pt>
              <c:pt idx="59">
                <c:v>-26.209675269438591</c:v>
              </c:pt>
              <c:pt idx="60">
                <c:v>-32.4679295793575</c:v>
              </c:pt>
              <c:pt idx="61">
                <c:v>-30.164601977573106</c:v>
              </c:pt>
              <c:pt idx="62">
                <c:v>-26.011238729965243</c:v>
              </c:pt>
              <c:pt idx="63">
                <c:v>-25.370963238046386</c:v>
              </c:pt>
              <c:pt idx="64">
                <c:v>-27.27163088602536</c:v>
              </c:pt>
              <c:pt idx="65">
                <c:v>-31.828575762691329</c:v>
              </c:pt>
              <c:pt idx="66">
                <c:v>-37.976333208889272</c:v>
              </c:pt>
              <c:pt idx="67">
                <c:v>-34.336111079201906</c:v>
              </c:pt>
              <c:pt idx="68">
                <c:v>-30.74513501543235</c:v>
              </c:pt>
              <c:pt idx="69">
                <c:v>-29.108366288584914</c:v>
              </c:pt>
              <c:pt idx="70">
                <c:v>-28.544897601334881</c:v>
              </c:pt>
              <c:pt idx="71">
                <c:v>-28.608387601901654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175"/>
          <c:min val="-180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Angle (°)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0"/>
          <c:min val="-4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Gain (dBi)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Gain (Horizontal - normalised)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Φ = 0°</c:v>
          </c:tx>
          <c:spPr>
            <a:ln>
              <a:solidFill>
                <a:srgbClr val="8D4FAA"/>
              </a:solidFill>
            </a:ln>
          </c:spPr>
          <c:marker>
            <c:symbol val="none"/>
          </c:marker>
          <c:xVal>
            <c:numLit>
              <c:formatCode>General</c:formatCode>
              <c:ptCount val="72"/>
              <c:pt idx="0">
                <c:v>-180</c:v>
              </c:pt>
              <c:pt idx="1">
                <c:v>-175</c:v>
              </c:pt>
              <c:pt idx="2">
                <c:v>-170</c:v>
              </c:pt>
              <c:pt idx="3">
                <c:v>-165</c:v>
              </c:pt>
              <c:pt idx="4">
                <c:v>-160</c:v>
              </c:pt>
              <c:pt idx="5">
                <c:v>-155</c:v>
              </c:pt>
              <c:pt idx="6">
                <c:v>-150</c:v>
              </c:pt>
              <c:pt idx="7">
                <c:v>-145</c:v>
              </c:pt>
              <c:pt idx="8">
                <c:v>-140</c:v>
              </c:pt>
              <c:pt idx="9">
                <c:v>-135</c:v>
              </c:pt>
              <c:pt idx="10">
                <c:v>-130</c:v>
              </c:pt>
              <c:pt idx="11">
                <c:v>-125</c:v>
              </c:pt>
              <c:pt idx="12">
                <c:v>-120</c:v>
              </c:pt>
              <c:pt idx="13">
                <c:v>-115</c:v>
              </c:pt>
              <c:pt idx="14">
                <c:v>-110</c:v>
              </c:pt>
              <c:pt idx="15">
                <c:v>-105</c:v>
              </c:pt>
              <c:pt idx="16">
                <c:v>-100</c:v>
              </c:pt>
              <c:pt idx="17">
                <c:v>-95</c:v>
              </c:pt>
              <c:pt idx="18">
                <c:v>-90</c:v>
              </c:pt>
              <c:pt idx="19">
                <c:v>-85</c:v>
              </c:pt>
              <c:pt idx="20">
                <c:v>-80</c:v>
              </c:pt>
              <c:pt idx="21">
                <c:v>-75</c:v>
              </c:pt>
              <c:pt idx="22">
                <c:v>-70</c:v>
              </c:pt>
              <c:pt idx="23">
                <c:v>-65</c:v>
              </c:pt>
              <c:pt idx="24">
                <c:v>-60</c:v>
              </c:pt>
              <c:pt idx="25">
                <c:v>-55</c:v>
              </c:pt>
              <c:pt idx="26">
                <c:v>-50</c:v>
              </c:pt>
              <c:pt idx="27">
                <c:v>-45</c:v>
              </c:pt>
              <c:pt idx="28">
                <c:v>-40</c:v>
              </c:pt>
              <c:pt idx="29">
                <c:v>-35</c:v>
              </c:pt>
              <c:pt idx="30">
                <c:v>-30</c:v>
              </c:pt>
              <c:pt idx="31">
                <c:v>-25</c:v>
              </c:pt>
              <c:pt idx="32">
                <c:v>-20</c:v>
              </c:pt>
              <c:pt idx="33">
                <c:v>-15</c:v>
              </c:pt>
              <c:pt idx="34">
                <c:v>-10</c:v>
              </c:pt>
              <c:pt idx="35">
                <c:v>-5</c:v>
              </c:pt>
              <c:pt idx="36">
                <c:v>0</c:v>
              </c:pt>
              <c:pt idx="37">
                <c:v>5</c:v>
              </c:pt>
              <c:pt idx="38">
                <c:v>10</c:v>
              </c:pt>
              <c:pt idx="39">
                <c:v>15</c:v>
              </c:pt>
              <c:pt idx="40">
                <c:v>20</c:v>
              </c:pt>
              <c:pt idx="41">
                <c:v>25</c:v>
              </c:pt>
              <c:pt idx="42">
                <c:v>30</c:v>
              </c:pt>
              <c:pt idx="43">
                <c:v>35</c:v>
              </c:pt>
              <c:pt idx="44">
                <c:v>40</c:v>
              </c:pt>
              <c:pt idx="45">
                <c:v>45</c:v>
              </c:pt>
              <c:pt idx="46">
                <c:v>50</c:v>
              </c:pt>
              <c:pt idx="47">
                <c:v>55</c:v>
              </c:pt>
              <c:pt idx="48">
                <c:v>60</c:v>
              </c:pt>
              <c:pt idx="49">
                <c:v>65</c:v>
              </c:pt>
              <c:pt idx="50">
                <c:v>70</c:v>
              </c:pt>
              <c:pt idx="51">
                <c:v>75</c:v>
              </c:pt>
              <c:pt idx="52">
                <c:v>80</c:v>
              </c:pt>
              <c:pt idx="53">
                <c:v>85</c:v>
              </c:pt>
              <c:pt idx="54">
                <c:v>90</c:v>
              </c:pt>
              <c:pt idx="55">
                <c:v>95</c:v>
              </c:pt>
              <c:pt idx="56">
                <c:v>100</c:v>
              </c:pt>
              <c:pt idx="57">
                <c:v>105</c:v>
              </c:pt>
              <c:pt idx="58">
                <c:v>110</c:v>
              </c:pt>
              <c:pt idx="59">
                <c:v>115</c:v>
              </c:pt>
              <c:pt idx="60">
                <c:v>120</c:v>
              </c:pt>
              <c:pt idx="61">
                <c:v>125</c:v>
              </c:pt>
              <c:pt idx="62">
                <c:v>130</c:v>
              </c:pt>
              <c:pt idx="63">
                <c:v>135</c:v>
              </c:pt>
              <c:pt idx="64">
                <c:v>140</c:v>
              </c:pt>
              <c:pt idx="65">
                <c:v>145</c:v>
              </c:pt>
              <c:pt idx="66">
                <c:v>150</c:v>
              </c:pt>
              <c:pt idx="67">
                <c:v>155</c:v>
              </c:pt>
              <c:pt idx="68">
                <c:v>160</c:v>
              </c:pt>
              <c:pt idx="69">
                <c:v>165</c:v>
              </c:pt>
              <c:pt idx="70">
                <c:v>170</c:v>
              </c:pt>
              <c:pt idx="71">
                <c:v>175</c:v>
              </c:pt>
            </c:numLit>
          </c:xVal>
          <c:yVal>
            <c:numLit>
              <c:formatCode>General</c:formatCode>
              <c:ptCount val="72"/>
              <c:pt idx="0">
                <c:v>-13.156160885404542</c:v>
              </c:pt>
              <c:pt idx="1">
                <c:v>-13.276316750475068</c:v>
              </c:pt>
              <c:pt idx="2">
                <c:v>-13.661428646184092</c:v>
              </c:pt>
              <c:pt idx="3">
                <c:v>-14.379796596225958</c:v>
              </c:pt>
              <c:pt idx="4">
                <c:v>-15.544747661377556</c:v>
              </c:pt>
              <c:pt idx="5">
                <c:v>-17.312383900265509</c:v>
              </c:pt>
              <c:pt idx="6">
                <c:v>-19.86131794372784</c:v>
              </c:pt>
              <c:pt idx="7">
                <c:v>-23.281330905769234</c:v>
              </c:pt>
              <c:pt idx="8">
                <c:v>-27.043270067655286</c:v>
              </c:pt>
              <c:pt idx="9">
                <c:v>-28.607132830666394</c:v>
              </c:pt>
              <c:pt idx="10">
                <c:v>-26.045948556736413</c:v>
              </c:pt>
              <c:pt idx="11">
                <c:v>-22.350238330097309</c:v>
              </c:pt>
              <c:pt idx="12">
                <c:v>-19.615590529097403</c:v>
              </c:pt>
              <c:pt idx="13">
                <c:v>-18.337395625212075</c:v>
              </c:pt>
              <c:pt idx="14">
                <c:v>-18.464789337502307</c:v>
              </c:pt>
              <c:pt idx="15">
                <c:v>-19.031211202461751</c:v>
              </c:pt>
              <c:pt idx="16">
                <c:v>-17.992130980862296</c:v>
              </c:pt>
              <c:pt idx="17">
                <c:v>-16.277800096466869</c:v>
              </c:pt>
              <c:pt idx="18">
                <c:v>-16.060533702725735</c:v>
              </c:pt>
              <c:pt idx="19">
                <c:v>-17.915033297382703</c:v>
              </c:pt>
              <c:pt idx="20">
                <c:v>-18.516813838844797</c:v>
              </c:pt>
              <c:pt idx="21">
                <c:v>-15.203805421847921</c:v>
              </c:pt>
              <c:pt idx="22">
                <c:v>-13.54453475649815</c:v>
              </c:pt>
              <c:pt idx="23">
                <c:v>-14.813971123967917</c:v>
              </c:pt>
              <c:pt idx="24">
                <c:v>-17.617360478402933</c:v>
              </c:pt>
              <c:pt idx="25">
                <c:v>-14.442478530653496</c:v>
              </c:pt>
              <c:pt idx="26">
                <c:v>-11.043777775499828</c:v>
              </c:pt>
              <c:pt idx="27">
                <c:v>-10.359160058060121</c:v>
              </c:pt>
              <c:pt idx="28">
                <c:v>-12.39352819637033</c:v>
              </c:pt>
              <c:pt idx="29">
                <c:v>-15.706661655413404</c:v>
              </c:pt>
              <c:pt idx="30">
                <c:v>-11.472482914131401</c:v>
              </c:pt>
              <c:pt idx="31">
                <c:v>-6.6372785955780884</c:v>
              </c:pt>
              <c:pt idx="32">
                <c:v>-3.6484473540881179</c:v>
              </c:pt>
              <c:pt idx="33">
                <c:v>-1.8242823248278572</c:v>
              </c:pt>
              <c:pt idx="34">
                <c:v>-0.74301947168559757</c:v>
              </c:pt>
              <c:pt idx="35">
                <c:v>-0.1745194673861139</c:v>
              </c:pt>
              <c:pt idx="36">
                <c:v>0</c:v>
              </c:pt>
              <c:pt idx="37">
                <c:v>-0.18124497380088123</c:v>
              </c:pt>
              <c:pt idx="38">
                <c:v>-0.75314644066691372</c:v>
              </c:pt>
              <c:pt idx="39">
                <c:v>-1.8322194855697216</c:v>
              </c:pt>
              <c:pt idx="40">
                <c:v>-3.6509839321372803</c:v>
              </c:pt>
              <c:pt idx="41">
                <c:v>-6.6598144487496862</c:v>
              </c:pt>
              <c:pt idx="42">
                <c:v>-11.763619933360435</c:v>
              </c:pt>
              <c:pt idx="43">
                <c:v>-17.193984982168992</c:v>
              </c:pt>
              <c:pt idx="44">
                <c:v>-12.819255015238047</c:v>
              </c:pt>
              <c:pt idx="45">
                <c:v>-10.226109035677393</c:v>
              </c:pt>
              <c:pt idx="46">
                <c:v>-10.623125575508597</c:v>
              </c:pt>
              <c:pt idx="47">
                <c:v>-14.148717134494811</c:v>
              </c:pt>
              <c:pt idx="48">
                <c:v>-19.2434337549985</c:v>
              </c:pt>
              <c:pt idx="49">
                <c:v>-15.044296705881564</c:v>
              </c:pt>
              <c:pt idx="50">
                <c:v>-12.755656218994023</c:v>
              </c:pt>
              <c:pt idx="51">
                <c:v>-14.146013706956552</c:v>
              </c:pt>
              <c:pt idx="52">
                <c:v>-19.1805131488307</c:v>
              </c:pt>
              <c:pt idx="53">
                <c:v>-18.973969583234496</c:v>
              </c:pt>
              <c:pt idx="54">
                <c:v>-15.128907086995369</c:v>
              </c:pt>
              <c:pt idx="55">
                <c:v>-14.832609056831743</c:v>
              </c:pt>
              <c:pt idx="56">
                <c:v>-17.612735899898059</c:v>
              </c:pt>
              <c:pt idx="57">
                <c:v>-20.903940802123529</c:v>
              </c:pt>
              <c:pt idx="58">
                <c:v>-18.544978098520954</c:v>
              </c:pt>
              <c:pt idx="59">
                <c:v>-16.7899980236503</c:v>
              </c:pt>
              <c:pt idx="60">
                <c:v>-17.504335182918258</c:v>
              </c:pt>
              <c:pt idx="61">
                <c:v>-20.561231757455111</c:v>
              </c:pt>
              <c:pt idx="62">
                <c:v>-26.02972685119839</c:v>
              </c:pt>
              <c:pt idx="63">
                <c:v>-32.638215784059462</c:v>
              </c:pt>
              <c:pt idx="64">
                <c:v>-31.955389090077617</c:v>
              </c:pt>
              <c:pt idx="65">
                <c:v>-25.907268448748983</c:v>
              </c:pt>
              <c:pt idx="66">
                <c:v>-21.031350690420986</c:v>
              </c:pt>
              <c:pt idx="67">
                <c:v>-17.781551165825256</c:v>
              </c:pt>
              <c:pt idx="68">
                <c:v>-15.706997276214729</c:v>
              </c:pt>
              <c:pt idx="69">
                <c:v>-14.424825320244153</c:v>
              </c:pt>
              <c:pt idx="70">
                <c:v>-13.671153262665507</c:v>
              </c:pt>
              <c:pt idx="71">
                <c:v>-13.27835804392765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175"/>
          <c:min val="-180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Angle (°)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0"/>
          <c:min val="-33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Gain (dBi)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Gain (Vertical - normalised)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Φ = 0°</c:v>
          </c:tx>
          <c:spPr>
            <a:ln>
              <a:solidFill>
                <a:srgbClr val="8D4FAA"/>
              </a:solidFill>
            </a:ln>
          </c:spPr>
          <c:marker>
            <c:symbol val="none"/>
          </c:marker>
          <c:xVal>
            <c:numLit>
              <c:formatCode>General</c:formatCode>
              <c:ptCount val="72"/>
              <c:pt idx="0">
                <c:v>-180</c:v>
              </c:pt>
              <c:pt idx="1">
                <c:v>-175</c:v>
              </c:pt>
              <c:pt idx="2">
                <c:v>-170</c:v>
              </c:pt>
              <c:pt idx="3">
                <c:v>-165</c:v>
              </c:pt>
              <c:pt idx="4">
                <c:v>-160</c:v>
              </c:pt>
              <c:pt idx="5">
                <c:v>-155</c:v>
              </c:pt>
              <c:pt idx="6">
                <c:v>-150</c:v>
              </c:pt>
              <c:pt idx="7">
                <c:v>-145</c:v>
              </c:pt>
              <c:pt idx="8">
                <c:v>-140</c:v>
              </c:pt>
              <c:pt idx="9">
                <c:v>-135</c:v>
              </c:pt>
              <c:pt idx="10">
                <c:v>-130</c:v>
              </c:pt>
              <c:pt idx="11">
                <c:v>-125</c:v>
              </c:pt>
              <c:pt idx="12">
                <c:v>-120</c:v>
              </c:pt>
              <c:pt idx="13">
                <c:v>-115</c:v>
              </c:pt>
              <c:pt idx="14">
                <c:v>-110</c:v>
              </c:pt>
              <c:pt idx="15">
                <c:v>-105</c:v>
              </c:pt>
              <c:pt idx="16">
                <c:v>-100</c:v>
              </c:pt>
              <c:pt idx="17">
                <c:v>-95</c:v>
              </c:pt>
              <c:pt idx="18">
                <c:v>-90</c:v>
              </c:pt>
              <c:pt idx="19">
                <c:v>-85</c:v>
              </c:pt>
              <c:pt idx="20">
                <c:v>-80</c:v>
              </c:pt>
              <c:pt idx="21">
                <c:v>-75</c:v>
              </c:pt>
              <c:pt idx="22">
                <c:v>-70</c:v>
              </c:pt>
              <c:pt idx="23">
                <c:v>-65</c:v>
              </c:pt>
              <c:pt idx="24">
                <c:v>-60</c:v>
              </c:pt>
              <c:pt idx="25">
                <c:v>-55</c:v>
              </c:pt>
              <c:pt idx="26">
                <c:v>-50</c:v>
              </c:pt>
              <c:pt idx="27">
                <c:v>-45</c:v>
              </c:pt>
              <c:pt idx="28">
                <c:v>-40</c:v>
              </c:pt>
              <c:pt idx="29">
                <c:v>-35</c:v>
              </c:pt>
              <c:pt idx="30">
                <c:v>-30</c:v>
              </c:pt>
              <c:pt idx="31">
                <c:v>-25</c:v>
              </c:pt>
              <c:pt idx="32">
                <c:v>-20</c:v>
              </c:pt>
              <c:pt idx="33">
                <c:v>-15</c:v>
              </c:pt>
              <c:pt idx="34">
                <c:v>-10</c:v>
              </c:pt>
              <c:pt idx="35">
                <c:v>-5</c:v>
              </c:pt>
              <c:pt idx="36">
                <c:v>0</c:v>
              </c:pt>
              <c:pt idx="37">
                <c:v>5</c:v>
              </c:pt>
              <c:pt idx="38">
                <c:v>10</c:v>
              </c:pt>
              <c:pt idx="39">
                <c:v>15</c:v>
              </c:pt>
              <c:pt idx="40">
                <c:v>20</c:v>
              </c:pt>
              <c:pt idx="41">
                <c:v>25</c:v>
              </c:pt>
              <c:pt idx="42">
                <c:v>30</c:v>
              </c:pt>
              <c:pt idx="43">
                <c:v>35</c:v>
              </c:pt>
              <c:pt idx="44">
                <c:v>40</c:v>
              </c:pt>
              <c:pt idx="45">
                <c:v>45</c:v>
              </c:pt>
              <c:pt idx="46">
                <c:v>50</c:v>
              </c:pt>
              <c:pt idx="47">
                <c:v>55</c:v>
              </c:pt>
              <c:pt idx="48">
                <c:v>60</c:v>
              </c:pt>
              <c:pt idx="49">
                <c:v>65</c:v>
              </c:pt>
              <c:pt idx="50">
                <c:v>70</c:v>
              </c:pt>
              <c:pt idx="51">
                <c:v>75</c:v>
              </c:pt>
              <c:pt idx="52">
                <c:v>80</c:v>
              </c:pt>
              <c:pt idx="53">
                <c:v>85</c:v>
              </c:pt>
              <c:pt idx="54">
                <c:v>90</c:v>
              </c:pt>
              <c:pt idx="55">
                <c:v>95</c:v>
              </c:pt>
              <c:pt idx="56">
                <c:v>100</c:v>
              </c:pt>
              <c:pt idx="57">
                <c:v>105</c:v>
              </c:pt>
              <c:pt idx="58">
                <c:v>110</c:v>
              </c:pt>
              <c:pt idx="59">
                <c:v>115</c:v>
              </c:pt>
              <c:pt idx="60">
                <c:v>120</c:v>
              </c:pt>
              <c:pt idx="61">
                <c:v>125</c:v>
              </c:pt>
              <c:pt idx="62">
                <c:v>130</c:v>
              </c:pt>
              <c:pt idx="63">
                <c:v>135</c:v>
              </c:pt>
              <c:pt idx="64">
                <c:v>140</c:v>
              </c:pt>
              <c:pt idx="65">
                <c:v>145</c:v>
              </c:pt>
              <c:pt idx="66">
                <c:v>150</c:v>
              </c:pt>
              <c:pt idx="67">
                <c:v>155</c:v>
              </c:pt>
              <c:pt idx="68">
                <c:v>160</c:v>
              </c:pt>
              <c:pt idx="69">
                <c:v>165</c:v>
              </c:pt>
              <c:pt idx="70">
                <c:v>170</c:v>
              </c:pt>
              <c:pt idx="71">
                <c:v>175</c:v>
              </c:pt>
            </c:numLit>
          </c:xVal>
          <c:yVal>
            <c:numLit>
              <c:formatCode>General</c:formatCode>
              <c:ptCount val="72"/>
              <c:pt idx="0">
                <c:v>-15.751854917762397</c:v>
              </c:pt>
              <c:pt idx="1">
                <c:v>-16.052658293432604</c:v>
              </c:pt>
              <c:pt idx="2">
                <c:v>-16.836368276778146</c:v>
              </c:pt>
              <c:pt idx="3">
                <c:v>-18.142181047991578</c:v>
              </c:pt>
              <c:pt idx="4">
                <c:v>-20.043415678798425</c:v>
              </c:pt>
              <c:pt idx="5">
                <c:v>-22.747120930329977</c:v>
              </c:pt>
              <c:pt idx="6">
                <c:v>-26.959699063585472</c:v>
              </c:pt>
              <c:pt idx="7">
                <c:v>-34.890885233504527</c:v>
              </c:pt>
              <c:pt idx="8">
                <c:v>-30.831716141803291</c:v>
              </c:pt>
              <c:pt idx="9">
                <c:v>-23.880386003992189</c:v>
              </c:pt>
              <c:pt idx="10">
                <c:v>-20.102107954315983</c:v>
              </c:pt>
              <c:pt idx="11">
                <c:v>-17.997591817027672</c:v>
              </c:pt>
              <c:pt idx="12">
                <c:v>-17.16172205271565</c:v>
              </c:pt>
              <c:pt idx="13">
                <c:v>-17.488486263106012</c:v>
              </c:pt>
              <c:pt idx="14">
                <c:v>-18.748968919302751</c:v>
              </c:pt>
              <c:pt idx="15">
                <c:v>-20.095824445785226</c:v>
              </c:pt>
              <c:pt idx="16">
                <c:v>-20.89431143378858</c:v>
              </c:pt>
              <c:pt idx="17">
                <c:v>-22.545479298221302</c:v>
              </c:pt>
              <c:pt idx="18">
                <c:v>-27.543017133957985</c:v>
              </c:pt>
              <c:pt idx="19">
                <c:v>-42.074168525879159</c:v>
              </c:pt>
              <c:pt idx="20">
                <c:v>-31.771010825123863</c:v>
              </c:pt>
              <c:pt idx="21">
                <c:v>-31.734413058505172</c:v>
              </c:pt>
              <c:pt idx="22">
                <c:v>-29.039866529996992</c:v>
              </c:pt>
              <c:pt idx="23">
                <c:v>-21.508146379555797</c:v>
              </c:pt>
              <c:pt idx="24">
                <c:v>-17.219040239608795</c:v>
              </c:pt>
              <c:pt idx="25">
                <c:v>-15.063666302292249</c:v>
              </c:pt>
              <c:pt idx="26">
                <c:v>-14.590354497332136</c:v>
              </c:pt>
              <c:pt idx="27">
                <c:v>-15.704426285926633</c:v>
              </c:pt>
              <c:pt idx="28">
                <c:v>-16.583948919292048</c:v>
              </c:pt>
              <c:pt idx="29">
                <c:v>-12.948847193233451</c:v>
              </c:pt>
              <c:pt idx="30">
                <c:v>-8.5196543833705736</c:v>
              </c:pt>
              <c:pt idx="31">
                <c:v>-5.3149295648930153</c:v>
              </c:pt>
              <c:pt idx="32">
                <c:v>-3.1409908910442113</c:v>
              </c:pt>
              <c:pt idx="33">
                <c:v>-1.7119805193676658</c:v>
              </c:pt>
              <c:pt idx="34">
                <c:v>-0.832075877534864</c:v>
              </c:pt>
              <c:pt idx="35">
                <c:v>-0.3786255823548057</c:v>
              </c:pt>
              <c:pt idx="36">
                <c:v>-0.28745480569883419</c:v>
              </c:pt>
              <c:pt idx="37">
                <c:v>-0.54662594034613221</c:v>
              </c:pt>
              <c:pt idx="38">
                <c:v>-1.1992888438547133</c:v>
              </c:pt>
              <c:pt idx="39">
                <c:v>-2.3516638537481134</c:v>
              </c:pt>
              <c:pt idx="40">
                <c:v>-4.2004756623601347</c:v>
              </c:pt>
              <c:pt idx="41">
                <c:v>-7.1081757430861634</c:v>
              </c:pt>
              <c:pt idx="42">
                <c:v>-11.836980625968666</c:v>
              </c:pt>
              <c:pt idx="43">
                <c:v>-19.683928017329414</c:v>
              </c:pt>
              <c:pt idx="44">
                <c:v>-18.877910775734328</c:v>
              </c:pt>
              <c:pt idx="45">
                <c:v>-14.966240139991472</c:v>
              </c:pt>
              <c:pt idx="46">
                <c:v>-14.41120453559782</c:v>
              </c:pt>
              <c:pt idx="47">
                <c:v>-16.279168109408879</c:v>
              </c:pt>
              <c:pt idx="48">
                <c:v>-20.140252936596262</c:v>
              </c:pt>
              <c:pt idx="49">
                <c:v>-22.609740212660618</c:v>
              </c:pt>
              <c:pt idx="50">
                <c:v>-20.8009867942899</c:v>
              </c:pt>
              <c:pt idx="51">
                <c:v>-19.996033086756235</c:v>
              </c:pt>
              <c:pt idx="52">
                <c:v>-21.165022319542068</c:v>
              </c:pt>
              <c:pt idx="53">
                <c:v>-22.35640524087481</c:v>
              </c:pt>
              <c:pt idx="54">
                <c:v>-20.757286175285131</c:v>
              </c:pt>
              <c:pt idx="55">
                <c:v>-18.972952866454655</c:v>
              </c:pt>
              <c:pt idx="56">
                <c:v>-18.150623423103191</c:v>
              </c:pt>
              <c:pt idx="57">
                <c:v>-17.445185355399154</c:v>
              </c:pt>
              <c:pt idx="58">
                <c:v>-16.509737180008564</c:v>
              </c:pt>
              <c:pt idx="59">
                <c:v>-15.886711659320024</c:v>
              </c:pt>
              <c:pt idx="60">
                <c:v>-15.848395465663343</c:v>
              </c:pt>
              <c:pt idx="61">
                <c:v>-16.252451198200021</c:v>
              </c:pt>
              <c:pt idx="62">
                <c:v>-16.955639291633567</c:v>
              </c:pt>
              <c:pt idx="63">
                <c:v>-17.969450779747277</c:v>
              </c:pt>
              <c:pt idx="64">
                <c:v>-19.212379716122634</c:v>
              </c:pt>
              <c:pt idx="65">
                <c:v>-20.229070265230945</c:v>
              </c:pt>
              <c:pt idx="66">
                <c:v>-20.401599354689662</c:v>
              </c:pt>
              <c:pt idx="67">
                <c:v>-19.676522273951061</c:v>
              </c:pt>
              <c:pt idx="68">
                <c:v>-18.529810874255972</c:v>
              </c:pt>
              <c:pt idx="69">
                <c:v>-17.381790661566271</c:v>
              </c:pt>
              <c:pt idx="70">
                <c:v>-16.465882924210678</c:v>
              </c:pt>
              <c:pt idx="71">
                <c:v>-15.901828994477073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175"/>
          <c:min val="-180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Angle (°)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0"/>
          <c:min val="-4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Gain (dBi)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Axial Ratio (Handed)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Φ = 0°</c:v>
          </c:tx>
          <c:spPr>
            <a:ln>
              <a:solidFill>
                <a:srgbClr val="8D4FAA"/>
              </a:solidFill>
            </a:ln>
          </c:spPr>
          <c:marker>
            <c:symbol val="none"/>
          </c:marker>
          <c:xVal>
            <c:numLit>
              <c:formatCode>General</c:formatCode>
              <c:ptCount val="72"/>
              <c:pt idx="0">
                <c:v>-180</c:v>
              </c:pt>
              <c:pt idx="1">
                <c:v>-175</c:v>
              </c:pt>
              <c:pt idx="2">
                <c:v>-170</c:v>
              </c:pt>
              <c:pt idx="3">
                <c:v>-165</c:v>
              </c:pt>
              <c:pt idx="4">
                <c:v>-160</c:v>
              </c:pt>
              <c:pt idx="5">
                <c:v>-155</c:v>
              </c:pt>
              <c:pt idx="6">
                <c:v>-150</c:v>
              </c:pt>
              <c:pt idx="7">
                <c:v>-145</c:v>
              </c:pt>
              <c:pt idx="8">
                <c:v>-140</c:v>
              </c:pt>
              <c:pt idx="9">
                <c:v>-135</c:v>
              </c:pt>
              <c:pt idx="10">
                <c:v>-130</c:v>
              </c:pt>
              <c:pt idx="11">
                <c:v>-125</c:v>
              </c:pt>
              <c:pt idx="12">
                <c:v>-120</c:v>
              </c:pt>
              <c:pt idx="13">
                <c:v>-115</c:v>
              </c:pt>
              <c:pt idx="14">
                <c:v>-110</c:v>
              </c:pt>
              <c:pt idx="15">
                <c:v>-105</c:v>
              </c:pt>
              <c:pt idx="16">
                <c:v>-100</c:v>
              </c:pt>
              <c:pt idx="17">
                <c:v>-95</c:v>
              </c:pt>
              <c:pt idx="18">
                <c:v>-90</c:v>
              </c:pt>
              <c:pt idx="19">
                <c:v>-85</c:v>
              </c:pt>
              <c:pt idx="20">
                <c:v>-80</c:v>
              </c:pt>
              <c:pt idx="21">
                <c:v>-75</c:v>
              </c:pt>
              <c:pt idx="22">
                <c:v>-70</c:v>
              </c:pt>
              <c:pt idx="23">
                <c:v>-65</c:v>
              </c:pt>
              <c:pt idx="24">
                <c:v>-60</c:v>
              </c:pt>
              <c:pt idx="25">
                <c:v>-55</c:v>
              </c:pt>
              <c:pt idx="26">
                <c:v>-50</c:v>
              </c:pt>
              <c:pt idx="27">
                <c:v>-45</c:v>
              </c:pt>
              <c:pt idx="28">
                <c:v>-40</c:v>
              </c:pt>
              <c:pt idx="29">
                <c:v>-35</c:v>
              </c:pt>
              <c:pt idx="30">
                <c:v>-30</c:v>
              </c:pt>
              <c:pt idx="31">
                <c:v>-25</c:v>
              </c:pt>
              <c:pt idx="32">
                <c:v>-20</c:v>
              </c:pt>
              <c:pt idx="33">
                <c:v>-15</c:v>
              </c:pt>
              <c:pt idx="34">
                <c:v>-10</c:v>
              </c:pt>
              <c:pt idx="35">
                <c:v>-5</c:v>
              </c:pt>
              <c:pt idx="36">
                <c:v>0</c:v>
              </c:pt>
              <c:pt idx="37">
                <c:v>5</c:v>
              </c:pt>
              <c:pt idx="38">
                <c:v>10</c:v>
              </c:pt>
              <c:pt idx="39">
                <c:v>15</c:v>
              </c:pt>
              <c:pt idx="40">
                <c:v>20</c:v>
              </c:pt>
              <c:pt idx="41">
                <c:v>25</c:v>
              </c:pt>
              <c:pt idx="42">
                <c:v>30</c:v>
              </c:pt>
              <c:pt idx="43">
                <c:v>35</c:v>
              </c:pt>
              <c:pt idx="44">
                <c:v>40</c:v>
              </c:pt>
              <c:pt idx="45">
                <c:v>45</c:v>
              </c:pt>
              <c:pt idx="46">
                <c:v>50</c:v>
              </c:pt>
              <c:pt idx="47">
                <c:v>55</c:v>
              </c:pt>
              <c:pt idx="48">
                <c:v>60</c:v>
              </c:pt>
              <c:pt idx="49">
                <c:v>65</c:v>
              </c:pt>
              <c:pt idx="50">
                <c:v>70</c:v>
              </c:pt>
              <c:pt idx="51">
                <c:v>75</c:v>
              </c:pt>
              <c:pt idx="52">
                <c:v>80</c:v>
              </c:pt>
              <c:pt idx="53">
                <c:v>85</c:v>
              </c:pt>
              <c:pt idx="54">
                <c:v>90</c:v>
              </c:pt>
              <c:pt idx="55">
                <c:v>95</c:v>
              </c:pt>
              <c:pt idx="56">
                <c:v>100</c:v>
              </c:pt>
              <c:pt idx="57">
                <c:v>105</c:v>
              </c:pt>
              <c:pt idx="58">
                <c:v>110</c:v>
              </c:pt>
              <c:pt idx="59">
                <c:v>115</c:v>
              </c:pt>
              <c:pt idx="60">
                <c:v>120</c:v>
              </c:pt>
              <c:pt idx="61">
                <c:v>125</c:v>
              </c:pt>
              <c:pt idx="62">
                <c:v>130</c:v>
              </c:pt>
              <c:pt idx="63">
                <c:v>135</c:v>
              </c:pt>
              <c:pt idx="64">
                <c:v>140</c:v>
              </c:pt>
              <c:pt idx="65">
                <c:v>145</c:v>
              </c:pt>
              <c:pt idx="66">
                <c:v>150</c:v>
              </c:pt>
              <c:pt idx="67">
                <c:v>155</c:v>
              </c:pt>
              <c:pt idx="68">
                <c:v>160</c:v>
              </c:pt>
              <c:pt idx="69">
                <c:v>165</c:v>
              </c:pt>
              <c:pt idx="70">
                <c:v>170</c:v>
              </c:pt>
              <c:pt idx="71">
                <c:v>175</c:v>
              </c:pt>
            </c:numLit>
          </c:xVal>
          <c:yVal>
            <c:numLit>
              <c:formatCode>General</c:formatCode>
              <c:ptCount val="72"/>
              <c:pt idx="0">
                <c:v>-0.69097347824334376</c:v>
              </c:pt>
              <c:pt idx="1">
                <c:v>-0.69848068874618141</c:v>
              </c:pt>
              <c:pt idx="2">
                <c:v>-0.684960087890643</c:v>
              </c:pt>
              <c:pt idx="3">
                <c:v>-0.64130607378059112</c:v>
              </c:pt>
              <c:pt idx="4">
                <c:v>-0.56826820108232423</c:v>
              </c:pt>
              <c:pt idx="5">
                <c:v>-0.47465834396706863</c:v>
              </c:pt>
              <c:pt idx="6">
                <c:v>-0.36963047561019713</c:v>
              </c:pt>
              <c:pt idx="7">
                <c:v>-0.25695774255004189</c:v>
              </c:pt>
              <c:pt idx="8">
                <c:v>-0.18995977707253181</c:v>
              </c:pt>
              <c:pt idx="9">
                <c:v>-0.26657558526600944</c:v>
              </c:pt>
              <c:pt idx="10">
                <c:v>-0.37882434297829409</c:v>
              </c:pt>
              <c:pt idx="11">
                <c:v>-0.53671766437349544</c:v>
              </c:pt>
              <c:pt idx="12">
                <c:v>-0.73400059436829823</c:v>
              </c:pt>
              <c:pt idx="13">
                <c:v>-0.89175000826875761</c:v>
              </c:pt>
              <c:pt idx="14">
                <c:v>-0.76529629078848027</c:v>
              </c:pt>
              <c:pt idx="15">
                <c:v>-0.68085732468395732</c:v>
              </c:pt>
              <c:pt idx="16">
                <c:v>-0.6244384727213419</c:v>
              </c:pt>
              <c:pt idx="17">
                <c:v>-0.4550959042219348</c:v>
              </c:pt>
              <c:pt idx="18">
                <c:v>-0.26147220763098783</c:v>
              </c:pt>
              <c:pt idx="19">
                <c:v>-0.015298812553964295</c:v>
              </c:pt>
              <c:pt idx="20">
                <c:v>0.2077579409285899</c:v>
              </c:pt>
              <c:pt idx="21">
                <c:v>0.13571054183736633</c:v>
              </c:pt>
              <c:pt idx="22">
                <c:v>0.12044078432376451</c:v>
              </c:pt>
              <c:pt idx="23">
                <c:v>0.17998892561848007</c:v>
              </c:pt>
              <c:pt idx="24">
                <c:v>0.4974765710574921</c:v>
              </c:pt>
              <c:pt idx="25">
                <c:v>0.92357177252066813</c:v>
              </c:pt>
              <c:pt idx="26">
                <c:v>0.65681107163497221</c:v>
              </c:pt>
              <c:pt idx="27">
                <c:v>0.52116895823282283</c:v>
              </c:pt>
              <c:pt idx="28">
                <c:v>0.39760933768675466</c:v>
              </c:pt>
              <c:pt idx="29">
                <c:v>0.44749365007912789</c:v>
              </c:pt>
              <c:pt idx="30">
                <c:v>0.7105250051662263</c:v>
              </c:pt>
              <c:pt idx="31">
                <c:v>0.85706980555908552</c:v>
              </c:pt>
              <c:pt idx="32">
                <c:v>0.91739547499417473</c:v>
              </c:pt>
              <c:pt idx="33">
                <c:v>0.93609316981334478</c:v>
              </c:pt>
              <c:pt idx="34">
                <c:v>0.93799833389876808</c:v>
              </c:pt>
              <c:pt idx="35">
                <c:v>0.93364194859249894</c:v>
              </c:pt>
              <c:pt idx="36">
                <c:v>0.92528273780234538</c:v>
              </c:pt>
              <c:pt idx="37">
                <c:v>0.91304787619451144</c:v>
              </c:pt>
              <c:pt idx="38">
                <c:v>0.89717751143763447</c:v>
              </c:pt>
              <c:pt idx="39">
                <c:v>0.87920486574260148</c:v>
              </c:pt>
              <c:pt idx="40">
                <c:v>0.8633033105812572</c:v>
              </c:pt>
              <c:pt idx="41">
                <c:v>0.86207433489877061</c:v>
              </c:pt>
              <c:pt idx="42">
                <c:v>0.93219732970480929</c:v>
              </c:pt>
              <c:pt idx="43">
                <c:v>0.65034712749767865</c:v>
              </c:pt>
              <c:pt idx="44">
                <c:v>0.46142197956120362</c:v>
              </c:pt>
              <c:pt idx="45">
                <c:v>0.44468941811927409</c:v>
              </c:pt>
              <c:pt idx="46">
                <c:v>0.41333273549136179</c:v>
              </c:pt>
              <c:pt idx="47">
                <c:v>0.40964683584505762</c:v>
              </c:pt>
              <c:pt idx="48">
                <c:v>0.67776093963586947</c:v>
              </c:pt>
              <c:pt idx="49">
                <c:v>0.35796416497160255</c:v>
              </c:pt>
              <c:pt idx="50">
                <c:v>0.15865386140880958</c:v>
              </c:pt>
              <c:pt idx="51">
                <c:v>0.025979497834779219</c:v>
              </c:pt>
              <c:pt idx="52">
                <c:v>-0.020811960569658641</c:v>
              </c:pt>
              <c:pt idx="53">
                <c:v>0.13661351306618216</c:v>
              </c:pt>
              <c:pt idx="54">
                <c:v>-0.071172071246478</c:v>
              </c:pt>
              <c:pt idx="55">
                <c:v>-0.29909764552219226</c:v>
              </c:pt>
              <c:pt idx="56">
                <c:v>-0.54034325673108663</c:v>
              </c:pt>
              <c:pt idx="57">
                <c:v>-0.4030747584321106</c:v>
              </c:pt>
              <c:pt idx="58">
                <c:v>-0.340931545260193</c:v>
              </c:pt>
              <c:pt idx="59">
                <c:v>-0.501821913152391</c:v>
              </c:pt>
              <c:pt idx="60">
                <c:v>-0.72366191647177658</c:v>
              </c:pt>
              <c:pt idx="61">
                <c:v>-0.60383307449441148</c:v>
              </c:pt>
              <c:pt idx="62">
                <c:v>-0.3126972355397214</c:v>
              </c:pt>
              <c:pt idx="63">
                <c:v>-0.16150969393030148</c:v>
              </c:pt>
              <c:pt idx="64">
                <c:v>-0.22128538056079824</c:v>
              </c:pt>
              <c:pt idx="65">
                <c:v>-0.48818470954035431</c:v>
              </c:pt>
              <c:pt idx="66">
                <c:v>-0.76073095461522455</c:v>
              </c:pt>
              <c:pt idx="67">
                <c:v>-0.71950485473107384</c:v>
              </c:pt>
              <c:pt idx="68">
                <c:v>-0.66197265800171712</c:v>
              </c:pt>
              <c:pt idx="69">
                <c:v>-0.64827098892371671</c:v>
              </c:pt>
              <c:pt idx="70">
                <c:v>-0.65672211749169185</c:v>
              </c:pt>
              <c:pt idx="71">
                <c:v>-0.67392385252388443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175"/>
          <c:min val="-180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Angle (°)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1"/>
          <c:min val="-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Axial Ratio 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Axial Ratio (IEEE)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Φ = 0°</c:v>
          </c:tx>
          <c:spPr>
            <a:ln>
              <a:solidFill>
                <a:srgbClr val="8D4FAA"/>
              </a:solidFill>
            </a:ln>
          </c:spPr>
          <c:marker>
            <c:symbol val="none"/>
          </c:marker>
          <c:xVal>
            <c:numLit>
              <c:formatCode>General</c:formatCode>
              <c:ptCount val="72"/>
              <c:pt idx="0">
                <c:v>-180</c:v>
              </c:pt>
              <c:pt idx="1">
                <c:v>-175</c:v>
              </c:pt>
              <c:pt idx="2">
                <c:v>-170</c:v>
              </c:pt>
              <c:pt idx="3">
                <c:v>-165</c:v>
              </c:pt>
              <c:pt idx="4">
                <c:v>-160</c:v>
              </c:pt>
              <c:pt idx="5">
                <c:v>-155</c:v>
              </c:pt>
              <c:pt idx="6">
                <c:v>-150</c:v>
              </c:pt>
              <c:pt idx="7">
                <c:v>-145</c:v>
              </c:pt>
              <c:pt idx="8">
                <c:v>-140</c:v>
              </c:pt>
              <c:pt idx="9">
                <c:v>-135</c:v>
              </c:pt>
              <c:pt idx="10">
                <c:v>-130</c:v>
              </c:pt>
              <c:pt idx="11">
                <c:v>-125</c:v>
              </c:pt>
              <c:pt idx="12">
                <c:v>-120</c:v>
              </c:pt>
              <c:pt idx="13">
                <c:v>-115</c:v>
              </c:pt>
              <c:pt idx="14">
                <c:v>-110</c:v>
              </c:pt>
              <c:pt idx="15">
                <c:v>-105</c:v>
              </c:pt>
              <c:pt idx="16">
                <c:v>-100</c:v>
              </c:pt>
              <c:pt idx="17">
                <c:v>-95</c:v>
              </c:pt>
              <c:pt idx="18">
                <c:v>-90</c:v>
              </c:pt>
              <c:pt idx="19">
                <c:v>-85</c:v>
              </c:pt>
              <c:pt idx="20">
                <c:v>-80</c:v>
              </c:pt>
              <c:pt idx="21">
                <c:v>-75</c:v>
              </c:pt>
              <c:pt idx="22">
                <c:v>-70</c:v>
              </c:pt>
              <c:pt idx="23">
                <c:v>-65</c:v>
              </c:pt>
              <c:pt idx="24">
                <c:v>-60</c:v>
              </c:pt>
              <c:pt idx="25">
                <c:v>-55</c:v>
              </c:pt>
              <c:pt idx="26">
                <c:v>-50</c:v>
              </c:pt>
              <c:pt idx="27">
                <c:v>-45</c:v>
              </c:pt>
              <c:pt idx="28">
                <c:v>-40</c:v>
              </c:pt>
              <c:pt idx="29">
                <c:v>-35</c:v>
              </c:pt>
              <c:pt idx="30">
                <c:v>-30</c:v>
              </c:pt>
              <c:pt idx="31">
                <c:v>-25</c:v>
              </c:pt>
              <c:pt idx="32">
                <c:v>-20</c:v>
              </c:pt>
              <c:pt idx="33">
                <c:v>-15</c:v>
              </c:pt>
              <c:pt idx="34">
                <c:v>-10</c:v>
              </c:pt>
              <c:pt idx="35">
                <c:v>-5</c:v>
              </c:pt>
              <c:pt idx="36">
                <c:v>0</c:v>
              </c:pt>
              <c:pt idx="37">
                <c:v>5</c:v>
              </c:pt>
              <c:pt idx="38">
                <c:v>10</c:v>
              </c:pt>
              <c:pt idx="39">
                <c:v>15</c:v>
              </c:pt>
              <c:pt idx="40">
                <c:v>20</c:v>
              </c:pt>
              <c:pt idx="41">
                <c:v>25</c:v>
              </c:pt>
              <c:pt idx="42">
                <c:v>30</c:v>
              </c:pt>
              <c:pt idx="43">
                <c:v>35</c:v>
              </c:pt>
              <c:pt idx="44">
                <c:v>40</c:v>
              </c:pt>
              <c:pt idx="45">
                <c:v>45</c:v>
              </c:pt>
              <c:pt idx="46">
                <c:v>50</c:v>
              </c:pt>
              <c:pt idx="47">
                <c:v>55</c:v>
              </c:pt>
              <c:pt idx="48">
                <c:v>60</c:v>
              </c:pt>
              <c:pt idx="49">
                <c:v>65</c:v>
              </c:pt>
              <c:pt idx="50">
                <c:v>70</c:v>
              </c:pt>
              <c:pt idx="51">
                <c:v>75</c:v>
              </c:pt>
              <c:pt idx="52">
                <c:v>80</c:v>
              </c:pt>
              <c:pt idx="53">
                <c:v>85</c:v>
              </c:pt>
              <c:pt idx="54">
                <c:v>90</c:v>
              </c:pt>
              <c:pt idx="55">
                <c:v>95</c:v>
              </c:pt>
              <c:pt idx="56">
                <c:v>100</c:v>
              </c:pt>
              <c:pt idx="57">
                <c:v>105</c:v>
              </c:pt>
              <c:pt idx="58">
                <c:v>110</c:v>
              </c:pt>
              <c:pt idx="59">
                <c:v>115</c:v>
              </c:pt>
              <c:pt idx="60">
                <c:v>120</c:v>
              </c:pt>
              <c:pt idx="61">
                <c:v>125</c:v>
              </c:pt>
              <c:pt idx="62">
                <c:v>130</c:v>
              </c:pt>
              <c:pt idx="63">
                <c:v>135</c:v>
              </c:pt>
              <c:pt idx="64">
                <c:v>140</c:v>
              </c:pt>
              <c:pt idx="65">
                <c:v>145</c:v>
              </c:pt>
              <c:pt idx="66">
                <c:v>150</c:v>
              </c:pt>
              <c:pt idx="67">
                <c:v>155</c:v>
              </c:pt>
              <c:pt idx="68">
                <c:v>160</c:v>
              </c:pt>
              <c:pt idx="69">
                <c:v>165</c:v>
              </c:pt>
              <c:pt idx="70">
                <c:v>170</c:v>
              </c:pt>
              <c:pt idx="71">
                <c:v>175</c:v>
              </c:pt>
            </c:numLit>
          </c:xVal>
          <c:yVal>
            <c:numLit>
              <c:formatCode>General</c:formatCode>
              <c:ptCount val="72"/>
              <c:pt idx="0">
                <c:v>3.2107724381489389</c:v>
              </c:pt>
              <c:pt idx="1">
                <c:v>3.1169119309217597</c:v>
              </c:pt>
              <c:pt idx="2">
                <c:v>3.2866946756654514</c:v>
              </c:pt>
              <c:pt idx="3">
                <c:v>3.8586929376008383</c:v>
              </c:pt>
              <c:pt idx="4">
                <c:v>4.9089329069378635</c:v>
              </c:pt>
              <c:pt idx="5">
                <c:v>6.4723776061657512</c:v>
              </c:pt>
              <c:pt idx="6">
                <c:v>8.644644577842465</c:v>
              </c:pt>
              <c:pt idx="7">
                <c:v>11.802765835808968</c:v>
              </c:pt>
              <c:pt idx="8">
                <c:v>14.426766975128045</c:v>
              </c:pt>
              <c:pt idx="9">
                <c:v>11.483592572545883</c:v>
              </c:pt>
              <c:pt idx="10">
                <c:v>8.4312424264553414</c:v>
              </c:pt>
              <c:pt idx="11">
                <c:v>5.4050822208219271</c:v>
              </c:pt>
              <c:pt idx="12">
                <c:v>2.6860717681426873</c:v>
              </c:pt>
              <c:pt idx="13">
                <c:v>0.9951375592522</c:v>
              </c:pt>
              <c:pt idx="14">
                <c:v>2.3234078317775784</c:v>
              </c:pt>
              <c:pt idx="15">
                <c:v>3.3388777204599345</c:v>
              </c:pt>
              <c:pt idx="16">
                <c:v>4.0902069432028867</c:v>
              </c:pt>
              <c:pt idx="17">
                <c:v>6.8379414609034361</c:v>
              </c:pt>
              <c:pt idx="18">
                <c:v>11.651489326293875</c:v>
              </c:pt>
              <c:pt idx="19">
                <c:v>36.306845529104109</c:v>
              </c:pt>
              <c:pt idx="20">
                <c:v>13.648847352267278</c:v>
              </c:pt>
              <c:pt idx="21">
                <c:v>17.347728310773469</c:v>
              </c:pt>
              <c:pt idx="22">
                <c:v>18.384528499523352</c:v>
              </c:pt>
              <c:pt idx="23">
                <c:v>14.895084308016395</c:v>
              </c:pt>
              <c:pt idx="24">
                <c:v>6.06454735565333</c:v>
              </c:pt>
              <c:pt idx="25">
                <c:v>0.69058698122647622</c:v>
              </c:pt>
              <c:pt idx="26">
                <c:v>3.651190701528479</c:v>
              </c:pt>
              <c:pt idx="27">
                <c:v>5.6604291911027182</c:v>
              </c:pt>
              <c:pt idx="28">
                <c:v>8.0108684986628784</c:v>
              </c:pt>
              <c:pt idx="29">
                <c:v>6.984262458588705</c:v>
              </c:pt>
              <c:pt idx="30">
                <c:v>2.9684126709970697</c:v>
              </c:pt>
              <c:pt idx="31">
                <c:v>1.3396760951531519</c:v>
              </c:pt>
              <c:pt idx="32">
                <c:v>0.74886812667734681</c:v>
              </c:pt>
              <c:pt idx="33">
                <c:v>0.573618471347065</c:v>
              </c:pt>
              <c:pt idx="34">
                <c:v>0.55595866054694</c:v>
              </c:pt>
              <c:pt idx="35">
                <c:v>0.5963928729090191</c:v>
              </c:pt>
              <c:pt idx="36">
                <c:v>0.67451080024995336</c:v>
              </c:pt>
              <c:pt idx="37">
                <c:v>0.79012898771596229</c:v>
              </c:pt>
              <c:pt idx="38">
                <c:v>0.94243241869948347</c:v>
              </c:pt>
              <c:pt idx="39">
                <c:v>1.1181983416432102</c:v>
              </c:pt>
              <c:pt idx="40">
                <c:v>1.2767318732070534</c:v>
              </c:pt>
              <c:pt idx="41">
                <c:v>1.2891056847945994</c:v>
              </c:pt>
              <c:pt idx="42">
                <c:v>0.60984290891241777</c:v>
              </c:pt>
              <c:pt idx="43">
                <c:v>3.73709547279943</c:v>
              </c:pt>
              <c:pt idx="44">
                <c:v>6.7180344392637323</c:v>
              </c:pt>
              <c:pt idx="45">
                <c:v>7.0388640989946083</c:v>
              </c:pt>
              <c:pt idx="46">
                <c:v>7.67400395435776</c:v>
              </c:pt>
              <c:pt idx="47">
                <c:v>7.7518079065512957</c:v>
              </c:pt>
              <c:pt idx="48">
                <c:v>3.3784692761992847</c:v>
              </c:pt>
              <c:pt idx="49">
                <c:v>8.92320894947184</c:v>
              </c:pt>
              <c:pt idx="50">
                <c:v>15.990987066527547</c:v>
              </c:pt>
              <c:pt idx="51">
                <c:v>31.707384955707944</c:v>
              </c:pt>
              <c:pt idx="52">
                <c:v>33.6337401117913</c:v>
              </c:pt>
              <c:pt idx="53">
                <c:v>17.290126809602249</c:v>
              </c:pt>
              <c:pt idx="54">
                <c:v>22.953807903406165</c:v>
              </c:pt>
              <c:pt idx="55">
                <c:v>10.483740113880112</c:v>
              </c:pt>
              <c:pt idx="56">
                <c:v>5.3466052796939367</c:v>
              </c:pt>
              <c:pt idx="57">
                <c:v>7.8922879524380862</c:v>
              </c:pt>
              <c:pt idx="58">
                <c:v>9.3466562618048155</c:v>
              </c:pt>
              <c:pt idx="59">
                <c:v>5.9890075637611107</c:v>
              </c:pt>
              <c:pt idx="60">
                <c:v>2.8092856402343616</c:v>
              </c:pt>
              <c:pt idx="61">
                <c:v>4.3816620502724337</c:v>
              </c:pt>
              <c:pt idx="62">
                <c:v>10.097519164086105</c:v>
              </c:pt>
              <c:pt idx="63">
                <c:v>15.836028117544117</c:v>
              </c:pt>
              <c:pt idx="64">
                <c:v>13.100945544455328</c:v>
              </c:pt>
              <c:pt idx="65">
                <c:v>6.2283165453345513</c:v>
              </c:pt>
              <c:pt idx="66">
                <c:v>2.3753782334623281</c:v>
              </c:pt>
              <c:pt idx="67">
                <c:v>2.8593254278538849</c:v>
              </c:pt>
              <c:pt idx="68">
                <c:v>3.5831989642031541</c:v>
              </c:pt>
              <c:pt idx="69">
                <c:v>3.7648682655282082</c:v>
              </c:pt>
              <c:pt idx="70">
                <c:v>3.6523671405845439</c:v>
              </c:pt>
              <c:pt idx="71">
                <c:v>3.4277834430903824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175"/>
          <c:min val="-180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Angle (°)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40"/>
          <c:min val="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Axial Ratio (dB)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Ludwig III (Co)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Φ = 0°</c:v>
          </c:tx>
          <c:spPr>
            <a:ln>
              <a:solidFill>
                <a:srgbClr val="8D4FAA"/>
              </a:solidFill>
            </a:ln>
          </c:spPr>
          <c:marker>
            <c:symbol val="none"/>
          </c:marker>
          <c:xVal>
            <c:numLit>
              <c:formatCode>General</c:formatCode>
              <c:ptCount val="72"/>
              <c:pt idx="0">
                <c:v>-180</c:v>
              </c:pt>
              <c:pt idx="1">
                <c:v>-175</c:v>
              </c:pt>
              <c:pt idx="2">
                <c:v>-170</c:v>
              </c:pt>
              <c:pt idx="3">
                <c:v>-165</c:v>
              </c:pt>
              <c:pt idx="4">
                <c:v>-160</c:v>
              </c:pt>
              <c:pt idx="5">
                <c:v>-155</c:v>
              </c:pt>
              <c:pt idx="6">
                <c:v>-150</c:v>
              </c:pt>
              <c:pt idx="7">
                <c:v>-145</c:v>
              </c:pt>
              <c:pt idx="8">
                <c:v>-140</c:v>
              </c:pt>
              <c:pt idx="9">
                <c:v>-135</c:v>
              </c:pt>
              <c:pt idx="10">
                <c:v>-130</c:v>
              </c:pt>
              <c:pt idx="11">
                <c:v>-125</c:v>
              </c:pt>
              <c:pt idx="12">
                <c:v>-120</c:v>
              </c:pt>
              <c:pt idx="13">
                <c:v>-115</c:v>
              </c:pt>
              <c:pt idx="14">
                <c:v>-110</c:v>
              </c:pt>
              <c:pt idx="15">
                <c:v>-105</c:v>
              </c:pt>
              <c:pt idx="16">
                <c:v>-100</c:v>
              </c:pt>
              <c:pt idx="17">
                <c:v>-95</c:v>
              </c:pt>
              <c:pt idx="18">
                <c:v>-90</c:v>
              </c:pt>
              <c:pt idx="19">
                <c:v>-85</c:v>
              </c:pt>
              <c:pt idx="20">
                <c:v>-80</c:v>
              </c:pt>
              <c:pt idx="21">
                <c:v>-75</c:v>
              </c:pt>
              <c:pt idx="22">
                <c:v>-70</c:v>
              </c:pt>
              <c:pt idx="23">
                <c:v>-65</c:v>
              </c:pt>
              <c:pt idx="24">
                <c:v>-60</c:v>
              </c:pt>
              <c:pt idx="25">
                <c:v>-55</c:v>
              </c:pt>
              <c:pt idx="26">
                <c:v>-50</c:v>
              </c:pt>
              <c:pt idx="27">
                <c:v>-45</c:v>
              </c:pt>
              <c:pt idx="28">
                <c:v>-40</c:v>
              </c:pt>
              <c:pt idx="29">
                <c:v>-35</c:v>
              </c:pt>
              <c:pt idx="30">
                <c:v>-30</c:v>
              </c:pt>
              <c:pt idx="31">
                <c:v>-25</c:v>
              </c:pt>
              <c:pt idx="32">
                <c:v>-20</c:v>
              </c:pt>
              <c:pt idx="33">
                <c:v>-15</c:v>
              </c:pt>
              <c:pt idx="34">
                <c:v>-10</c:v>
              </c:pt>
              <c:pt idx="35">
                <c:v>-5</c:v>
              </c:pt>
              <c:pt idx="36">
                <c:v>0</c:v>
              </c:pt>
              <c:pt idx="37">
                <c:v>5</c:v>
              </c:pt>
              <c:pt idx="38">
                <c:v>10</c:v>
              </c:pt>
              <c:pt idx="39">
                <c:v>15</c:v>
              </c:pt>
              <c:pt idx="40">
                <c:v>20</c:v>
              </c:pt>
              <c:pt idx="41">
                <c:v>25</c:v>
              </c:pt>
              <c:pt idx="42">
                <c:v>30</c:v>
              </c:pt>
              <c:pt idx="43">
                <c:v>35</c:v>
              </c:pt>
              <c:pt idx="44">
                <c:v>40</c:v>
              </c:pt>
              <c:pt idx="45">
                <c:v>45</c:v>
              </c:pt>
              <c:pt idx="46">
                <c:v>50</c:v>
              </c:pt>
              <c:pt idx="47">
                <c:v>55</c:v>
              </c:pt>
              <c:pt idx="48">
                <c:v>60</c:v>
              </c:pt>
              <c:pt idx="49">
                <c:v>65</c:v>
              </c:pt>
              <c:pt idx="50">
                <c:v>70</c:v>
              </c:pt>
              <c:pt idx="51">
                <c:v>75</c:v>
              </c:pt>
              <c:pt idx="52">
                <c:v>80</c:v>
              </c:pt>
              <c:pt idx="53">
                <c:v>85</c:v>
              </c:pt>
              <c:pt idx="54">
                <c:v>90</c:v>
              </c:pt>
              <c:pt idx="55">
                <c:v>95</c:v>
              </c:pt>
              <c:pt idx="56">
                <c:v>100</c:v>
              </c:pt>
              <c:pt idx="57">
                <c:v>105</c:v>
              </c:pt>
              <c:pt idx="58">
                <c:v>110</c:v>
              </c:pt>
              <c:pt idx="59">
                <c:v>115</c:v>
              </c:pt>
              <c:pt idx="60">
                <c:v>120</c:v>
              </c:pt>
              <c:pt idx="61">
                <c:v>125</c:v>
              </c:pt>
              <c:pt idx="62">
                <c:v>130</c:v>
              </c:pt>
              <c:pt idx="63">
                <c:v>135</c:v>
              </c:pt>
              <c:pt idx="64">
                <c:v>140</c:v>
              </c:pt>
              <c:pt idx="65">
                <c:v>145</c:v>
              </c:pt>
              <c:pt idx="66">
                <c:v>150</c:v>
              </c:pt>
              <c:pt idx="67">
                <c:v>155</c:v>
              </c:pt>
              <c:pt idx="68">
                <c:v>160</c:v>
              </c:pt>
              <c:pt idx="69">
                <c:v>165</c:v>
              </c:pt>
              <c:pt idx="70">
                <c:v>170</c:v>
              </c:pt>
              <c:pt idx="71">
                <c:v>175</c:v>
              </c:pt>
            </c:numLit>
          </c:xVal>
          <c:yVal>
            <c:numLit>
              <c:formatCode>General</c:formatCode>
              <c:ptCount val="72"/>
              <c:pt idx="0">
                <c:v>-13.156160885404542</c:v>
              </c:pt>
              <c:pt idx="1">
                <c:v>-13.276316750475068</c:v>
              </c:pt>
              <c:pt idx="2">
                <c:v>-13.661428646184092</c:v>
              </c:pt>
              <c:pt idx="3">
                <c:v>-14.379796596225958</c:v>
              </c:pt>
              <c:pt idx="4">
                <c:v>-15.544747661377556</c:v>
              </c:pt>
              <c:pt idx="5">
                <c:v>-17.312383900265509</c:v>
              </c:pt>
              <c:pt idx="6">
                <c:v>-19.86131794372784</c:v>
              </c:pt>
              <c:pt idx="7">
                <c:v>-23.281330905769234</c:v>
              </c:pt>
              <c:pt idx="8">
                <c:v>-27.043270067655286</c:v>
              </c:pt>
              <c:pt idx="9">
                <c:v>-28.607132830666394</c:v>
              </c:pt>
              <c:pt idx="10">
                <c:v>-26.045948556736413</c:v>
              </c:pt>
              <c:pt idx="11">
                <c:v>-22.350238330097309</c:v>
              </c:pt>
              <c:pt idx="12">
                <c:v>-19.615590529097403</c:v>
              </c:pt>
              <c:pt idx="13">
                <c:v>-18.337395625212075</c:v>
              </c:pt>
              <c:pt idx="14">
                <c:v>-18.464789337502307</c:v>
              </c:pt>
              <c:pt idx="15">
                <c:v>-19.031211202461751</c:v>
              </c:pt>
              <c:pt idx="16">
                <c:v>-17.992130980862296</c:v>
              </c:pt>
              <c:pt idx="17">
                <c:v>-16.277800096466869</c:v>
              </c:pt>
              <c:pt idx="18">
                <c:v>-16.060533702725735</c:v>
              </c:pt>
              <c:pt idx="19">
                <c:v>-17.915033297382703</c:v>
              </c:pt>
              <c:pt idx="20">
                <c:v>-18.516813838844797</c:v>
              </c:pt>
              <c:pt idx="21">
                <c:v>-15.203805421847921</c:v>
              </c:pt>
              <c:pt idx="22">
                <c:v>-13.54453475649815</c:v>
              </c:pt>
              <c:pt idx="23">
                <c:v>-14.813971123967917</c:v>
              </c:pt>
              <c:pt idx="24">
                <c:v>-17.617360478402933</c:v>
              </c:pt>
              <c:pt idx="25">
                <c:v>-14.442478530653496</c:v>
              </c:pt>
              <c:pt idx="26">
                <c:v>-11.043777775499828</c:v>
              </c:pt>
              <c:pt idx="27">
                <c:v>-10.359160058060121</c:v>
              </c:pt>
              <c:pt idx="28">
                <c:v>-12.39352819637033</c:v>
              </c:pt>
              <c:pt idx="29">
                <c:v>-15.706661655413404</c:v>
              </c:pt>
              <c:pt idx="30">
                <c:v>-11.472482914131401</c:v>
              </c:pt>
              <c:pt idx="31">
                <c:v>-6.6372785955780884</c:v>
              </c:pt>
              <c:pt idx="32">
                <c:v>-3.6484473540881179</c:v>
              </c:pt>
              <c:pt idx="33">
                <c:v>-1.8242823248278572</c:v>
              </c:pt>
              <c:pt idx="34">
                <c:v>-0.74301947168559757</c:v>
              </c:pt>
              <c:pt idx="35">
                <c:v>-0.1745194673861139</c:v>
              </c:pt>
              <c:pt idx="36">
                <c:v>0</c:v>
              </c:pt>
              <c:pt idx="37">
                <c:v>-0.18124497380088123</c:v>
              </c:pt>
              <c:pt idx="38">
                <c:v>-0.75314644066691372</c:v>
              </c:pt>
              <c:pt idx="39">
                <c:v>-1.8322194855697216</c:v>
              </c:pt>
              <c:pt idx="40">
                <c:v>-3.6509839321372803</c:v>
              </c:pt>
              <c:pt idx="41">
                <c:v>-6.6598144487496862</c:v>
              </c:pt>
              <c:pt idx="42">
                <c:v>-11.763619933360435</c:v>
              </c:pt>
              <c:pt idx="43">
                <c:v>-17.193984982168992</c:v>
              </c:pt>
              <c:pt idx="44">
                <c:v>-12.819255015238047</c:v>
              </c:pt>
              <c:pt idx="45">
                <c:v>-10.226109035677393</c:v>
              </c:pt>
              <c:pt idx="46">
                <c:v>-10.623125575508597</c:v>
              </c:pt>
              <c:pt idx="47">
                <c:v>-14.148717134494811</c:v>
              </c:pt>
              <c:pt idx="48">
                <c:v>-19.2434337549985</c:v>
              </c:pt>
              <c:pt idx="49">
                <c:v>-15.044296705881564</c:v>
              </c:pt>
              <c:pt idx="50">
                <c:v>-12.755656218994023</c:v>
              </c:pt>
              <c:pt idx="51">
                <c:v>-14.146013706956552</c:v>
              </c:pt>
              <c:pt idx="52">
                <c:v>-19.1805131488307</c:v>
              </c:pt>
              <c:pt idx="53">
                <c:v>-18.973969583234496</c:v>
              </c:pt>
              <c:pt idx="54">
                <c:v>-15.128907086995369</c:v>
              </c:pt>
              <c:pt idx="55">
                <c:v>-14.832609056831743</c:v>
              </c:pt>
              <c:pt idx="56">
                <c:v>-17.612735899898059</c:v>
              </c:pt>
              <c:pt idx="57">
                <c:v>-20.903940802123529</c:v>
              </c:pt>
              <c:pt idx="58">
                <c:v>-18.544978098520954</c:v>
              </c:pt>
              <c:pt idx="59">
                <c:v>-16.7899980236503</c:v>
              </c:pt>
              <c:pt idx="60">
                <c:v>-17.504335182918258</c:v>
              </c:pt>
              <c:pt idx="61">
                <c:v>-20.561231757455111</c:v>
              </c:pt>
              <c:pt idx="62">
                <c:v>-26.02972685119839</c:v>
              </c:pt>
              <c:pt idx="63">
                <c:v>-32.638215784059462</c:v>
              </c:pt>
              <c:pt idx="64">
                <c:v>-31.955389090077617</c:v>
              </c:pt>
              <c:pt idx="65">
                <c:v>-25.907268448748983</c:v>
              </c:pt>
              <c:pt idx="66">
                <c:v>-21.031350690420986</c:v>
              </c:pt>
              <c:pt idx="67">
                <c:v>-17.781551165825256</c:v>
              </c:pt>
              <c:pt idx="68">
                <c:v>-15.706997276214729</c:v>
              </c:pt>
              <c:pt idx="69">
                <c:v>-14.424825320244153</c:v>
              </c:pt>
              <c:pt idx="70">
                <c:v>-13.671153262665507</c:v>
              </c:pt>
              <c:pt idx="71">
                <c:v>-13.27835804392765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175"/>
          <c:min val="-180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Angle (°)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0"/>
          <c:min val="-33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Gain (dBi)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Ludwig III (Cross)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Φ = 0°</c:v>
          </c:tx>
          <c:spPr>
            <a:ln>
              <a:solidFill>
                <a:srgbClr val="8D4FAA"/>
              </a:solidFill>
            </a:ln>
          </c:spPr>
          <c:marker>
            <c:symbol val="none"/>
          </c:marker>
          <c:xVal>
            <c:numLit>
              <c:formatCode>General</c:formatCode>
              <c:ptCount val="72"/>
              <c:pt idx="0">
                <c:v>-180</c:v>
              </c:pt>
              <c:pt idx="1">
                <c:v>-175</c:v>
              </c:pt>
              <c:pt idx="2">
                <c:v>-170</c:v>
              </c:pt>
              <c:pt idx="3">
                <c:v>-165</c:v>
              </c:pt>
              <c:pt idx="4">
                <c:v>-160</c:v>
              </c:pt>
              <c:pt idx="5">
                <c:v>-155</c:v>
              </c:pt>
              <c:pt idx="6">
                <c:v>-150</c:v>
              </c:pt>
              <c:pt idx="7">
                <c:v>-145</c:v>
              </c:pt>
              <c:pt idx="8">
                <c:v>-140</c:v>
              </c:pt>
              <c:pt idx="9">
                <c:v>-135</c:v>
              </c:pt>
              <c:pt idx="10">
                <c:v>-130</c:v>
              </c:pt>
              <c:pt idx="11">
                <c:v>-125</c:v>
              </c:pt>
              <c:pt idx="12">
                <c:v>-120</c:v>
              </c:pt>
              <c:pt idx="13">
                <c:v>-115</c:v>
              </c:pt>
              <c:pt idx="14">
                <c:v>-110</c:v>
              </c:pt>
              <c:pt idx="15">
                <c:v>-105</c:v>
              </c:pt>
              <c:pt idx="16">
                <c:v>-100</c:v>
              </c:pt>
              <c:pt idx="17">
                <c:v>-95</c:v>
              </c:pt>
              <c:pt idx="18">
                <c:v>-90</c:v>
              </c:pt>
              <c:pt idx="19">
                <c:v>-85</c:v>
              </c:pt>
              <c:pt idx="20">
                <c:v>-80</c:v>
              </c:pt>
              <c:pt idx="21">
                <c:v>-75</c:v>
              </c:pt>
              <c:pt idx="22">
                <c:v>-70</c:v>
              </c:pt>
              <c:pt idx="23">
                <c:v>-65</c:v>
              </c:pt>
              <c:pt idx="24">
                <c:v>-60</c:v>
              </c:pt>
              <c:pt idx="25">
                <c:v>-55</c:v>
              </c:pt>
              <c:pt idx="26">
                <c:v>-50</c:v>
              </c:pt>
              <c:pt idx="27">
                <c:v>-45</c:v>
              </c:pt>
              <c:pt idx="28">
                <c:v>-40</c:v>
              </c:pt>
              <c:pt idx="29">
                <c:v>-35</c:v>
              </c:pt>
              <c:pt idx="30">
                <c:v>-30</c:v>
              </c:pt>
              <c:pt idx="31">
                <c:v>-25</c:v>
              </c:pt>
              <c:pt idx="32">
                <c:v>-20</c:v>
              </c:pt>
              <c:pt idx="33">
                <c:v>-15</c:v>
              </c:pt>
              <c:pt idx="34">
                <c:v>-10</c:v>
              </c:pt>
              <c:pt idx="35">
                <c:v>-5</c:v>
              </c:pt>
              <c:pt idx="36">
                <c:v>0</c:v>
              </c:pt>
              <c:pt idx="37">
                <c:v>5</c:v>
              </c:pt>
              <c:pt idx="38">
                <c:v>10</c:v>
              </c:pt>
              <c:pt idx="39">
                <c:v>15</c:v>
              </c:pt>
              <c:pt idx="40">
                <c:v>20</c:v>
              </c:pt>
              <c:pt idx="41">
                <c:v>25</c:v>
              </c:pt>
              <c:pt idx="42">
                <c:v>30</c:v>
              </c:pt>
              <c:pt idx="43">
                <c:v>35</c:v>
              </c:pt>
              <c:pt idx="44">
                <c:v>40</c:v>
              </c:pt>
              <c:pt idx="45">
                <c:v>45</c:v>
              </c:pt>
              <c:pt idx="46">
                <c:v>50</c:v>
              </c:pt>
              <c:pt idx="47">
                <c:v>55</c:v>
              </c:pt>
              <c:pt idx="48">
                <c:v>60</c:v>
              </c:pt>
              <c:pt idx="49">
                <c:v>65</c:v>
              </c:pt>
              <c:pt idx="50">
                <c:v>70</c:v>
              </c:pt>
              <c:pt idx="51">
                <c:v>75</c:v>
              </c:pt>
              <c:pt idx="52">
                <c:v>80</c:v>
              </c:pt>
              <c:pt idx="53">
                <c:v>85</c:v>
              </c:pt>
              <c:pt idx="54">
                <c:v>90</c:v>
              </c:pt>
              <c:pt idx="55">
                <c:v>95</c:v>
              </c:pt>
              <c:pt idx="56">
                <c:v>100</c:v>
              </c:pt>
              <c:pt idx="57">
                <c:v>105</c:v>
              </c:pt>
              <c:pt idx="58">
                <c:v>110</c:v>
              </c:pt>
              <c:pt idx="59">
                <c:v>115</c:v>
              </c:pt>
              <c:pt idx="60">
                <c:v>120</c:v>
              </c:pt>
              <c:pt idx="61">
                <c:v>125</c:v>
              </c:pt>
              <c:pt idx="62">
                <c:v>130</c:v>
              </c:pt>
              <c:pt idx="63">
                <c:v>135</c:v>
              </c:pt>
              <c:pt idx="64">
                <c:v>140</c:v>
              </c:pt>
              <c:pt idx="65">
                <c:v>145</c:v>
              </c:pt>
              <c:pt idx="66">
                <c:v>150</c:v>
              </c:pt>
              <c:pt idx="67">
                <c:v>155</c:v>
              </c:pt>
              <c:pt idx="68">
                <c:v>160</c:v>
              </c:pt>
              <c:pt idx="69">
                <c:v>165</c:v>
              </c:pt>
              <c:pt idx="70">
                <c:v>170</c:v>
              </c:pt>
              <c:pt idx="71">
                <c:v>175</c:v>
              </c:pt>
            </c:numLit>
          </c:xVal>
          <c:yVal>
            <c:numLit>
              <c:formatCode>General</c:formatCode>
              <c:ptCount val="72"/>
              <c:pt idx="0">
                <c:v>-15.751854917762397</c:v>
              </c:pt>
              <c:pt idx="1">
                <c:v>-16.052658293432604</c:v>
              </c:pt>
              <c:pt idx="2">
                <c:v>-16.836368276778146</c:v>
              </c:pt>
              <c:pt idx="3">
                <c:v>-18.142181047991578</c:v>
              </c:pt>
              <c:pt idx="4">
                <c:v>-20.043415678798425</c:v>
              </c:pt>
              <c:pt idx="5">
                <c:v>-22.747120930329977</c:v>
              </c:pt>
              <c:pt idx="6">
                <c:v>-26.959699063585472</c:v>
              </c:pt>
              <c:pt idx="7">
                <c:v>-34.890885233504527</c:v>
              </c:pt>
              <c:pt idx="8">
                <c:v>-30.831716141803291</c:v>
              </c:pt>
              <c:pt idx="9">
                <c:v>-23.880386003992189</c:v>
              </c:pt>
              <c:pt idx="10">
                <c:v>-20.102107954315983</c:v>
              </c:pt>
              <c:pt idx="11">
                <c:v>-17.997591817027672</c:v>
              </c:pt>
              <c:pt idx="12">
                <c:v>-17.16172205271565</c:v>
              </c:pt>
              <c:pt idx="13">
                <c:v>-17.488486263106012</c:v>
              </c:pt>
              <c:pt idx="14">
                <c:v>-18.748968919302751</c:v>
              </c:pt>
              <c:pt idx="15">
                <c:v>-20.095824445785226</c:v>
              </c:pt>
              <c:pt idx="16">
                <c:v>-20.89431143378858</c:v>
              </c:pt>
              <c:pt idx="17">
                <c:v>-22.545479298221302</c:v>
              </c:pt>
              <c:pt idx="18">
                <c:v>-27.543017133957985</c:v>
              </c:pt>
              <c:pt idx="19">
                <c:v>-42.074168525879159</c:v>
              </c:pt>
              <c:pt idx="20">
                <c:v>-31.771010825123863</c:v>
              </c:pt>
              <c:pt idx="21">
                <c:v>-31.734413058505172</c:v>
              </c:pt>
              <c:pt idx="22">
                <c:v>-29.039866529996992</c:v>
              </c:pt>
              <c:pt idx="23">
                <c:v>-21.508146379555797</c:v>
              </c:pt>
              <c:pt idx="24">
                <c:v>-17.219040239608795</c:v>
              </c:pt>
              <c:pt idx="25">
                <c:v>-15.063666302292249</c:v>
              </c:pt>
              <c:pt idx="26">
                <c:v>-14.590354497332136</c:v>
              </c:pt>
              <c:pt idx="27">
                <c:v>-15.704426285926633</c:v>
              </c:pt>
              <c:pt idx="28">
                <c:v>-16.583948919292048</c:v>
              </c:pt>
              <c:pt idx="29">
                <c:v>-12.948847193233451</c:v>
              </c:pt>
              <c:pt idx="30">
                <c:v>-8.5196543833705736</c:v>
              </c:pt>
              <c:pt idx="31">
                <c:v>-5.3149295648930153</c:v>
              </c:pt>
              <c:pt idx="32">
                <c:v>-3.1409908910442113</c:v>
              </c:pt>
              <c:pt idx="33">
                <c:v>-1.7119805193676658</c:v>
              </c:pt>
              <c:pt idx="34">
                <c:v>-0.832075877534864</c:v>
              </c:pt>
              <c:pt idx="35">
                <c:v>-0.3786255823548057</c:v>
              </c:pt>
              <c:pt idx="36">
                <c:v>-0.28745480569883419</c:v>
              </c:pt>
              <c:pt idx="37">
                <c:v>-0.54662594034613221</c:v>
              </c:pt>
              <c:pt idx="38">
                <c:v>-1.1992888438547133</c:v>
              </c:pt>
              <c:pt idx="39">
                <c:v>-2.3516638537481134</c:v>
              </c:pt>
              <c:pt idx="40">
                <c:v>-4.2004756623601347</c:v>
              </c:pt>
              <c:pt idx="41">
                <c:v>-7.1081757430861634</c:v>
              </c:pt>
              <c:pt idx="42">
                <c:v>-11.836980625968666</c:v>
              </c:pt>
              <c:pt idx="43">
                <c:v>-19.683928017329414</c:v>
              </c:pt>
              <c:pt idx="44">
                <c:v>-18.877910775734328</c:v>
              </c:pt>
              <c:pt idx="45">
                <c:v>-14.966240139991472</c:v>
              </c:pt>
              <c:pt idx="46">
                <c:v>-14.41120453559782</c:v>
              </c:pt>
              <c:pt idx="47">
                <c:v>-16.279168109408879</c:v>
              </c:pt>
              <c:pt idx="48">
                <c:v>-20.140252936596262</c:v>
              </c:pt>
              <c:pt idx="49">
                <c:v>-22.609740212660618</c:v>
              </c:pt>
              <c:pt idx="50">
                <c:v>-20.8009867942899</c:v>
              </c:pt>
              <c:pt idx="51">
                <c:v>-19.996033086756235</c:v>
              </c:pt>
              <c:pt idx="52">
                <c:v>-21.165022319542068</c:v>
              </c:pt>
              <c:pt idx="53">
                <c:v>-22.35640524087481</c:v>
              </c:pt>
              <c:pt idx="54">
                <c:v>-20.757286175285131</c:v>
              </c:pt>
              <c:pt idx="55">
                <c:v>-18.972952866454655</c:v>
              </c:pt>
              <c:pt idx="56">
                <c:v>-18.150623423103191</c:v>
              </c:pt>
              <c:pt idx="57">
                <c:v>-17.445185355399154</c:v>
              </c:pt>
              <c:pt idx="58">
                <c:v>-16.509737180008564</c:v>
              </c:pt>
              <c:pt idx="59">
                <c:v>-15.886711659320024</c:v>
              </c:pt>
              <c:pt idx="60">
                <c:v>-15.848395465663343</c:v>
              </c:pt>
              <c:pt idx="61">
                <c:v>-16.252451198200021</c:v>
              </c:pt>
              <c:pt idx="62">
                <c:v>-16.955639291633567</c:v>
              </c:pt>
              <c:pt idx="63">
                <c:v>-17.969450779747277</c:v>
              </c:pt>
              <c:pt idx="64">
                <c:v>-19.212379716122634</c:v>
              </c:pt>
              <c:pt idx="65">
                <c:v>-20.229070265230945</c:v>
              </c:pt>
              <c:pt idx="66">
                <c:v>-20.401599354689662</c:v>
              </c:pt>
              <c:pt idx="67">
                <c:v>-19.676522273951061</c:v>
              </c:pt>
              <c:pt idx="68">
                <c:v>-18.529810874255972</c:v>
              </c:pt>
              <c:pt idx="69">
                <c:v>-17.381790661566271</c:v>
              </c:pt>
              <c:pt idx="70">
                <c:v>-16.465882924210678</c:v>
              </c:pt>
              <c:pt idx="71">
                <c:v>-15.901828994477073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175"/>
          <c:min val="-180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Angle (°)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0"/>
          <c:min val="-4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Gain (dBi)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Gain (Total)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Θ = 0°;Φ = 0°</c:v>
          </c:tx>
          <c:spPr>
            <a:ln>
              <a:solidFill>
                <a:srgbClr val="8D4FAA"/>
              </a:solidFill>
            </a:ln>
          </c:spPr>
          <c:marker>
            <c:symbol val="none"/>
          </c:marker>
          <c:xVal>
            <c:numLit>
              <c:formatCode>General</c:formatCode>
              <c:ptCount val="11"/>
              <c:pt idx="0">
                <c:v>1.6800000000000002</c:v>
              </c:pt>
              <c:pt idx="1">
                <c:v>1.824</c:v>
              </c:pt>
              <c:pt idx="2">
                <c:v>1.9680000000000002</c:v>
              </c:pt>
              <c:pt idx="3">
                <c:v>2.112</c:v>
              </c:pt>
              <c:pt idx="4">
                <c:v>2.2560000000000002</c:v>
              </c:pt>
              <c:pt idx="5">
                <c:v>2.4000000000000004</c:v>
              </c:pt>
              <c:pt idx="6">
                <c:v>2.544</c:v>
              </c:pt>
              <c:pt idx="7">
                <c:v>2.688</c:v>
              </c:pt>
              <c:pt idx="8">
                <c:v>2.8320000000000003</c:v>
              </c:pt>
              <c:pt idx="9">
                <c:v>2.976</c:v>
              </c:pt>
              <c:pt idx="10">
                <c:v>3.12</c:v>
              </c:pt>
            </c:numLit>
          </c:xVal>
          <c:yVal>
            <c:numLit>
              <c:formatCode>General</c:formatCode>
              <c:ptCount val="11"/>
              <c:pt idx="0">
                <c:v>9.5724837440855648</c:v>
              </c:pt>
              <c:pt idx="1">
                <c:v>10.391488698928432</c:v>
              </c:pt>
              <c:pt idx="2">
                <c:v>10.942906962147767</c:v>
              </c:pt>
              <c:pt idx="3">
                <c:v>11.596205976776714</c:v>
              </c:pt>
              <c:pt idx="4">
                <c:v>12.323330612480204</c:v>
              </c:pt>
              <c:pt idx="5">
                <c:v>13.061543579022745</c:v>
              </c:pt>
              <c:pt idx="6">
                <c:v>13.752870429417454</c:v>
              </c:pt>
              <c:pt idx="7">
                <c:v>14.312090266142672</c:v>
              </c:pt>
              <c:pt idx="8">
                <c:v>14.307346121799604</c:v>
              </c:pt>
              <c:pt idx="9">
                <c:v>13.338299476432688</c:v>
              </c:pt>
              <c:pt idx="10">
                <c:v>9.8898137313199275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3.12"/>
          <c:min val="1.6800000000000002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Frequency (GHz)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15"/>
          <c:min val="9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Gain (dBi)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Gain (LHC)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Θ = 0°;Φ = 0°</c:v>
          </c:tx>
          <c:spPr>
            <a:ln>
              <a:solidFill>
                <a:srgbClr val="8D4FAA"/>
              </a:solidFill>
            </a:ln>
          </c:spPr>
          <c:marker>
            <c:symbol val="none"/>
          </c:marker>
          <c:xVal>
            <c:numLit>
              <c:formatCode>General</c:formatCode>
              <c:ptCount val="11"/>
              <c:pt idx="0">
                <c:v>1.6800000000000002</c:v>
              </c:pt>
              <c:pt idx="1">
                <c:v>1.824</c:v>
              </c:pt>
              <c:pt idx="2">
                <c:v>1.9680000000000002</c:v>
              </c:pt>
              <c:pt idx="3">
                <c:v>2.112</c:v>
              </c:pt>
              <c:pt idx="4">
                <c:v>2.2560000000000002</c:v>
              </c:pt>
              <c:pt idx="5">
                <c:v>2.4000000000000004</c:v>
              </c:pt>
              <c:pt idx="6">
                <c:v>2.544</c:v>
              </c:pt>
              <c:pt idx="7">
                <c:v>2.688</c:v>
              </c:pt>
              <c:pt idx="8">
                <c:v>2.8320000000000003</c:v>
              </c:pt>
              <c:pt idx="9">
                <c:v>2.976</c:v>
              </c:pt>
              <c:pt idx="10">
                <c:v>3.12</c:v>
              </c:pt>
            </c:numLit>
          </c:xVal>
          <c:yVal>
            <c:numLit>
              <c:formatCode>General</c:formatCode>
              <c:ptCount val="11"/>
              <c:pt idx="0">
                <c:v>5.6518363945968488</c:v>
              </c:pt>
              <c:pt idx="1">
                <c:v>-20.612105969499289</c:v>
              </c:pt>
              <c:pt idx="2">
                <c:v>-14.226054004485055</c:v>
              </c:pt>
              <c:pt idx="3">
                <c:v>-14.084222373485959</c:v>
              </c:pt>
              <c:pt idx="4">
                <c:v>-14.732038808933803</c:v>
              </c:pt>
              <c:pt idx="5">
                <c:v>-15.166463733562434</c:v>
              </c:pt>
              <c:pt idx="6">
                <c:v>-18.29561507282547</c:v>
              </c:pt>
              <c:pt idx="7">
                <c:v>-13.365237441387706</c:v>
              </c:pt>
              <c:pt idx="8">
                <c:v>-8.9383350002412758</c:v>
              </c:pt>
              <c:pt idx="9">
                <c:v>-7.7430698658768335</c:v>
              </c:pt>
              <c:pt idx="10">
                <c:v>-7.800596515273269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3.12"/>
          <c:min val="1.6800000000000002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Frequency (GHz)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6"/>
          <c:min val="-2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Gain (dBi)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Gain (RHC)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Θ = 0°;Φ = 0°</c:v>
          </c:tx>
          <c:spPr>
            <a:ln>
              <a:solidFill>
                <a:srgbClr val="8D4FAA"/>
              </a:solidFill>
            </a:ln>
          </c:spPr>
          <c:marker>
            <c:symbol val="none"/>
          </c:marker>
          <c:xVal>
            <c:numLit>
              <c:formatCode>General</c:formatCode>
              <c:ptCount val="11"/>
              <c:pt idx="0">
                <c:v>1.6800000000000002</c:v>
              </c:pt>
              <c:pt idx="1">
                <c:v>1.824</c:v>
              </c:pt>
              <c:pt idx="2">
                <c:v>1.9680000000000002</c:v>
              </c:pt>
              <c:pt idx="3">
                <c:v>2.112</c:v>
              </c:pt>
              <c:pt idx="4">
                <c:v>2.2560000000000002</c:v>
              </c:pt>
              <c:pt idx="5">
                <c:v>2.4000000000000004</c:v>
              </c:pt>
              <c:pt idx="6">
                <c:v>2.544</c:v>
              </c:pt>
              <c:pt idx="7">
                <c:v>2.688</c:v>
              </c:pt>
              <c:pt idx="8">
                <c:v>2.8320000000000003</c:v>
              </c:pt>
              <c:pt idx="9">
                <c:v>2.976</c:v>
              </c:pt>
              <c:pt idx="10">
                <c:v>3.12</c:v>
              </c:pt>
            </c:numLit>
          </c:xVal>
          <c:yVal>
            <c:numLit>
              <c:formatCode>General</c:formatCode>
              <c:ptCount val="11"/>
              <c:pt idx="0">
                <c:v>7.3143814881469735</c:v>
              </c:pt>
              <c:pt idx="1">
                <c:v>10.388040460837654</c:v>
              </c:pt>
              <c:pt idx="2">
                <c:v>10.929677276316481</c:v>
              </c:pt>
              <c:pt idx="3">
                <c:v>11.584448090971398</c:v>
              </c:pt>
              <c:pt idx="4">
                <c:v>12.314766635373788</c:v>
              </c:pt>
              <c:pt idx="5">
                <c:v>13.055007604693728</c:v>
              </c:pt>
              <c:pt idx="6">
                <c:v>13.750159792893475</c:v>
              </c:pt>
              <c:pt idx="7">
                <c:v>14.30466994838002</c:v>
              </c:pt>
              <c:pt idx="8">
                <c:v>14.286728114377805</c:v>
              </c:pt>
              <c:pt idx="9">
                <c:v>13.304309900399423</c:v>
              </c:pt>
              <c:pt idx="10">
                <c:v>9.8152606482042142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3.12"/>
          <c:min val="1.6800000000000002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Frequency (GHz)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15"/>
          <c:min val="7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Gain (dBi)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Gain (Horizontal)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Θ = 0°;Φ = 0°</c:v>
          </c:tx>
          <c:spPr>
            <a:ln>
              <a:solidFill>
                <a:srgbClr val="8D4FAA"/>
              </a:solidFill>
            </a:ln>
          </c:spPr>
          <c:marker>
            <c:symbol val="none"/>
          </c:marker>
          <c:xVal>
            <c:numLit>
              <c:formatCode>General</c:formatCode>
              <c:ptCount val="11"/>
              <c:pt idx="0">
                <c:v>1.6800000000000002</c:v>
              </c:pt>
              <c:pt idx="1">
                <c:v>1.824</c:v>
              </c:pt>
              <c:pt idx="2">
                <c:v>1.9680000000000002</c:v>
              </c:pt>
              <c:pt idx="3">
                <c:v>2.112</c:v>
              </c:pt>
              <c:pt idx="4">
                <c:v>2.2560000000000002</c:v>
              </c:pt>
              <c:pt idx="5">
                <c:v>2.4000000000000004</c:v>
              </c:pt>
              <c:pt idx="6">
                <c:v>2.544</c:v>
              </c:pt>
              <c:pt idx="7">
                <c:v>2.688</c:v>
              </c:pt>
              <c:pt idx="8">
                <c:v>2.8320000000000003</c:v>
              </c:pt>
              <c:pt idx="9">
                <c:v>2.976</c:v>
              </c:pt>
              <c:pt idx="10">
                <c:v>3.12</c:v>
              </c:pt>
            </c:numLit>
          </c:xVal>
          <c:yVal>
            <c:numLit>
              <c:formatCode>General</c:formatCode>
              <c:ptCount val="11"/>
              <c:pt idx="0">
                <c:v>3.9164181784437129</c:v>
              </c:pt>
              <c:pt idx="1">
                <c:v>7.5512152133612389</c:v>
              </c:pt>
              <c:pt idx="2">
                <c:v>8.3813205520577689</c:v>
              </c:pt>
              <c:pt idx="3">
                <c:v>8.9756038548788</c:v>
              </c:pt>
              <c:pt idx="4">
                <c:v>9.6256186725476471</c:v>
              </c:pt>
              <c:pt idx="5">
                <c:v>10.225015032317126</c:v>
              </c:pt>
              <c:pt idx="6">
                <c:v>10.717569431039003</c:v>
              </c:pt>
              <c:pt idx="7">
                <c:v>11.202962294755039</c:v>
              </c:pt>
              <c:pt idx="8">
                <c:v>10.730009665180427</c:v>
              </c:pt>
              <c:pt idx="9">
                <c:v>9.8879926621892924</c:v>
              </c:pt>
              <c:pt idx="10">
                <c:v>5.6424500108488829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3.12"/>
          <c:min val="1.6800000000000002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Frequency (GHz)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12"/>
          <c:min val="3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Gain (dBi)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Gain (Vertical)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Θ = 0°;Φ = 0°</c:v>
          </c:tx>
          <c:spPr>
            <a:ln>
              <a:solidFill>
                <a:srgbClr val="8D4FAA"/>
              </a:solidFill>
            </a:ln>
          </c:spPr>
          <c:marker>
            <c:symbol val="none"/>
          </c:marker>
          <c:xVal>
            <c:numLit>
              <c:formatCode>General</c:formatCode>
              <c:ptCount val="11"/>
              <c:pt idx="0">
                <c:v>1.6800000000000002</c:v>
              </c:pt>
              <c:pt idx="1">
                <c:v>1.824</c:v>
              </c:pt>
              <c:pt idx="2">
                <c:v>1.9680000000000002</c:v>
              </c:pt>
              <c:pt idx="3">
                <c:v>2.112</c:v>
              </c:pt>
              <c:pt idx="4">
                <c:v>2.2560000000000002</c:v>
              </c:pt>
              <c:pt idx="5">
                <c:v>2.4000000000000004</c:v>
              </c:pt>
              <c:pt idx="6">
                <c:v>2.544</c:v>
              </c:pt>
              <c:pt idx="7">
                <c:v>2.688</c:v>
              </c:pt>
              <c:pt idx="8">
                <c:v>2.8320000000000003</c:v>
              </c:pt>
              <c:pt idx="9">
                <c:v>2.976</c:v>
              </c:pt>
              <c:pt idx="10">
                <c:v>3.12</c:v>
              </c:pt>
            </c:numLit>
          </c:xVal>
          <c:yVal>
            <c:numLit>
              <c:formatCode>General</c:formatCode>
              <c:ptCount val="11"/>
              <c:pt idx="0">
                <c:v>8.1944529224219274</c:v>
              </c:pt>
              <c:pt idx="1">
                <c:v>7.2042335469503431</c:v>
              </c:pt>
              <c:pt idx="2">
                <c:v>7.432133114174265</c:v>
              </c:pt>
              <c:pt idx="3">
                <c:v>8.1577619578516831</c:v>
              </c:pt>
              <c:pt idx="4">
                <c:v>8.976186657375905</c:v>
              </c:pt>
              <c:pt idx="5">
                <c:v>9.870228360548813</c:v>
              </c:pt>
              <c:pt idx="6">
                <c:v>10.767428414346455</c:v>
              </c:pt>
              <c:pt idx="7">
                <c:v>11.398419342043006</c:v>
              </c:pt>
              <c:pt idx="8">
                <c:v>11.798524813981494</c:v>
              </c:pt>
              <c:pt idx="9">
                <c:v>10.727499466182556</c:v>
              </c:pt>
              <c:pt idx="10">
                <c:v>7.841202922981938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3.12"/>
          <c:min val="1.6800000000000002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Frequency (GHz)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12"/>
          <c:min val="7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Gain (dBi)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Axial Ratio (Handed)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Θ = 0°;Φ = 0°</c:v>
          </c:tx>
          <c:spPr>
            <a:ln>
              <a:solidFill>
                <a:srgbClr val="8D4FAA"/>
              </a:solidFill>
            </a:ln>
          </c:spPr>
          <c:marker>
            <c:symbol val="none"/>
          </c:marker>
          <c:xVal>
            <c:numLit>
              <c:formatCode>General</c:formatCode>
              <c:ptCount val="11"/>
              <c:pt idx="0">
                <c:v>1.6800000000000002</c:v>
              </c:pt>
              <c:pt idx="1">
                <c:v>1.824</c:v>
              </c:pt>
              <c:pt idx="2">
                <c:v>1.9680000000000002</c:v>
              </c:pt>
              <c:pt idx="3">
                <c:v>2.112</c:v>
              </c:pt>
              <c:pt idx="4">
                <c:v>2.2560000000000002</c:v>
              </c:pt>
              <c:pt idx="5">
                <c:v>2.4000000000000004</c:v>
              </c:pt>
              <c:pt idx="6">
                <c:v>2.544</c:v>
              </c:pt>
              <c:pt idx="7">
                <c:v>2.688</c:v>
              </c:pt>
              <c:pt idx="8">
                <c:v>2.8320000000000003</c:v>
              </c:pt>
              <c:pt idx="9">
                <c:v>2.976</c:v>
              </c:pt>
              <c:pt idx="10">
                <c:v>3.12</c:v>
              </c:pt>
            </c:numLit>
          </c:xVal>
          <c:yVal>
            <c:numLit>
              <c:formatCode>General</c:formatCode>
              <c:ptCount val="11"/>
              <c:pt idx="0">
                <c:v>0.095412664730045574</c:v>
              </c:pt>
              <c:pt idx="1">
                <c:v>0.94517834962545855</c:v>
              </c:pt>
              <c:pt idx="2">
                <c:v>0.89531262926504118</c:v>
              </c:pt>
              <c:pt idx="3">
                <c:v>0.90101876232576461</c:v>
              </c:pt>
              <c:pt idx="4">
                <c:v>0.91492321083810435</c:v>
              </c:pt>
              <c:pt idx="5">
                <c:v>0.92528273780234538</c:v>
              </c:pt>
              <c:pt idx="6">
                <c:v>0.95124457294080222</c:v>
              </c:pt>
              <c:pt idx="7">
                <c:v>0.92057874441769461</c:v>
              </c:pt>
              <c:pt idx="8">
                <c:v>0.87093581787800944</c:v>
              </c:pt>
              <c:pt idx="9">
                <c:v>0.837154179462481</c:v>
              </c:pt>
              <c:pt idx="10">
                <c:v>0.76743204850749147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Frequency (GHz)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Axial Ratio 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Axial Ratio (IEEE)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Θ = 0°;Φ = 0°</c:v>
          </c:tx>
          <c:spPr>
            <a:ln>
              <a:solidFill>
                <a:srgbClr val="8D4FAA"/>
              </a:solidFill>
            </a:ln>
          </c:spPr>
          <c:marker>
            <c:symbol val="none"/>
          </c:marker>
          <c:xVal>
            <c:numLit>
              <c:formatCode>General</c:formatCode>
              <c:ptCount val="11"/>
              <c:pt idx="0">
                <c:v>1.6800000000000002</c:v>
              </c:pt>
              <c:pt idx="1">
                <c:v>1.824</c:v>
              </c:pt>
              <c:pt idx="2">
                <c:v>1.9680000000000002</c:v>
              </c:pt>
              <c:pt idx="3">
                <c:v>2.112</c:v>
              </c:pt>
              <c:pt idx="4">
                <c:v>2.2560000000000002</c:v>
              </c:pt>
              <c:pt idx="5">
                <c:v>2.4000000000000004</c:v>
              </c:pt>
              <c:pt idx="6">
                <c:v>2.544</c:v>
              </c:pt>
              <c:pt idx="7">
                <c:v>2.688</c:v>
              </c:pt>
              <c:pt idx="8">
                <c:v>2.8320000000000003</c:v>
              </c:pt>
              <c:pt idx="9">
                <c:v>2.976</c:v>
              </c:pt>
              <c:pt idx="10">
                <c:v>3.12</c:v>
              </c:pt>
            </c:numLit>
          </c:xVal>
          <c:yVal>
            <c:numLit>
              <c:formatCode>General</c:formatCode>
              <c:ptCount val="11"/>
              <c:pt idx="0">
                <c:v>20.407879495998248</c:v>
              </c:pt>
              <c:pt idx="1">
                <c:v>0.48972469859876178</c:v>
              </c:pt>
              <c:pt idx="2">
                <c:v>0.96050578626301153</c:v>
              </c:pt>
              <c:pt idx="3">
                <c:v>0.90532330828315755</c:v>
              </c:pt>
              <c:pt idx="4">
                <c:v>0.77230709153947641</c:v>
              </c:pt>
              <c:pt idx="5">
                <c:v>0.67451080024995336</c:v>
              </c:pt>
              <c:pt idx="6">
                <c:v>0.43415615919400563</c:v>
              </c:pt>
              <c:pt idx="7">
                <c:v>0.71878113823639678</c:v>
              </c:pt>
              <c:pt idx="8">
                <c:v>1.2002769680086938</c:v>
              </c:pt>
              <c:pt idx="9">
                <c:v>1.5438910044496754</c:v>
              </c:pt>
              <c:pt idx="10">
                <c:v>2.2992013662586168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Frequency (GHz)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Axial Ratio (dB)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Ludwig III (Co)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Θ = 0°;Φ = 0°</c:v>
          </c:tx>
          <c:spPr>
            <a:ln>
              <a:solidFill>
                <a:srgbClr val="8D4FAA"/>
              </a:solidFill>
            </a:ln>
          </c:spPr>
          <c:marker>
            <c:symbol val="none"/>
          </c:marker>
          <c:xVal>
            <c:numLit>
              <c:formatCode>General</c:formatCode>
              <c:ptCount val="11"/>
              <c:pt idx="0">
                <c:v>1.6800000000000002</c:v>
              </c:pt>
              <c:pt idx="1">
                <c:v>1.824</c:v>
              </c:pt>
              <c:pt idx="2">
                <c:v>1.9680000000000002</c:v>
              </c:pt>
              <c:pt idx="3">
                <c:v>2.112</c:v>
              </c:pt>
              <c:pt idx="4">
                <c:v>2.2560000000000002</c:v>
              </c:pt>
              <c:pt idx="5">
                <c:v>2.4000000000000004</c:v>
              </c:pt>
              <c:pt idx="6">
                <c:v>2.544</c:v>
              </c:pt>
              <c:pt idx="7">
                <c:v>2.688</c:v>
              </c:pt>
              <c:pt idx="8">
                <c:v>2.8320000000000003</c:v>
              </c:pt>
              <c:pt idx="9">
                <c:v>2.976</c:v>
              </c:pt>
              <c:pt idx="10">
                <c:v>3.12</c:v>
              </c:pt>
            </c:numLit>
          </c:xVal>
          <c:yVal>
            <c:numLit>
              <c:formatCode>General</c:formatCode>
              <c:ptCount val="11"/>
              <c:pt idx="0">
                <c:v>3.9164181784437129</c:v>
              </c:pt>
              <c:pt idx="1">
                <c:v>7.5512152133612389</c:v>
              </c:pt>
              <c:pt idx="2">
                <c:v>8.3813205520577689</c:v>
              </c:pt>
              <c:pt idx="3">
                <c:v>8.9756038548788</c:v>
              </c:pt>
              <c:pt idx="4">
                <c:v>9.6256186725476471</c:v>
              </c:pt>
              <c:pt idx="5">
                <c:v>10.225015032317126</c:v>
              </c:pt>
              <c:pt idx="6">
                <c:v>10.717569431039003</c:v>
              </c:pt>
              <c:pt idx="7">
                <c:v>11.202962294755039</c:v>
              </c:pt>
              <c:pt idx="8">
                <c:v>10.730009665180427</c:v>
              </c:pt>
              <c:pt idx="9">
                <c:v>9.8879926621892924</c:v>
              </c:pt>
              <c:pt idx="10">
                <c:v>5.6424500108488829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3.12"/>
          <c:min val="1.6800000000000002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Frequency (GHz)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12"/>
          <c:min val="3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Gain (dBi)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sz="1600" dirty="0" smtClean="0"/>
              <a:t>Ludwig III (Cross)</a:t>
            </a:r>
            <a:endParaRPr lang="en-ZA" sz="1600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Θ = 0°;Φ = 0°</c:v>
          </c:tx>
          <c:spPr>
            <a:ln>
              <a:solidFill>
                <a:srgbClr val="8D4FAA"/>
              </a:solidFill>
            </a:ln>
          </c:spPr>
          <c:marker>
            <c:symbol val="none"/>
          </c:marker>
          <c:xVal>
            <c:numLit>
              <c:formatCode>General</c:formatCode>
              <c:ptCount val="11"/>
              <c:pt idx="0">
                <c:v>1.6800000000000002</c:v>
              </c:pt>
              <c:pt idx="1">
                <c:v>1.824</c:v>
              </c:pt>
              <c:pt idx="2">
                <c:v>1.9680000000000002</c:v>
              </c:pt>
              <c:pt idx="3">
                <c:v>2.112</c:v>
              </c:pt>
              <c:pt idx="4">
                <c:v>2.2560000000000002</c:v>
              </c:pt>
              <c:pt idx="5">
                <c:v>2.4000000000000004</c:v>
              </c:pt>
              <c:pt idx="6">
                <c:v>2.544</c:v>
              </c:pt>
              <c:pt idx="7">
                <c:v>2.688</c:v>
              </c:pt>
              <c:pt idx="8">
                <c:v>2.8320000000000003</c:v>
              </c:pt>
              <c:pt idx="9">
                <c:v>2.976</c:v>
              </c:pt>
              <c:pt idx="10">
                <c:v>3.12</c:v>
              </c:pt>
            </c:numLit>
          </c:xVal>
          <c:yVal>
            <c:numLit>
              <c:formatCode>General</c:formatCode>
              <c:ptCount val="11"/>
              <c:pt idx="0">
                <c:v>8.1944529224219274</c:v>
              </c:pt>
              <c:pt idx="1">
                <c:v>7.2042335469503431</c:v>
              </c:pt>
              <c:pt idx="2">
                <c:v>7.432133114174265</c:v>
              </c:pt>
              <c:pt idx="3">
                <c:v>8.1577619578516831</c:v>
              </c:pt>
              <c:pt idx="4">
                <c:v>8.976186657375905</c:v>
              </c:pt>
              <c:pt idx="5">
                <c:v>9.870228360548813</c:v>
              </c:pt>
              <c:pt idx="6">
                <c:v>10.767428414346455</c:v>
              </c:pt>
              <c:pt idx="7">
                <c:v>11.398419342043006</c:v>
              </c:pt>
              <c:pt idx="8">
                <c:v>11.798524813981494</c:v>
              </c:pt>
              <c:pt idx="9">
                <c:v>10.727499466182556</c:v>
              </c:pt>
              <c:pt idx="10">
                <c:v>7.841202922981938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349824"/>
        <c:axId val="147931904"/>
      </c:scatterChart>
      <c:valAx>
        <c:axId val="144349824"/>
        <c:scaling>
          <c:orientation val="minMax"/>
          <c:max val="3.12"/>
          <c:min val="1.6800000000000002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Frequency (GHz)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7931904"/>
        <c:crosses val="autoZero"/>
        <c:crossBetween val="midCat"/>
      </c:valAx>
      <c:valAx>
        <c:axId val="147931904"/>
        <c:scaling>
          <c:orientation val="minMax"/>
          <c:max val="12"/>
          <c:min val="7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/>
                  <a:t>Gain (dBi)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44349824"/>
        <c:crossesAt val="0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48954A-5A66-416D-8FA9-B6318C2B14DC}" type="datetimeFigureOut">
              <a:rPr lang="en-US" smtClean="0"/>
              <a:pPr/>
              <a:t>2/5/2013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3C7876-5907-49A4-9DF0-157962E6097F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06899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 sz="4500" b="1">
                <a:latin typeface="Trebuchet MS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chemeClr val="tx2"/>
                </a:solidFill>
                <a:latin typeface="Trebuchet MS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Z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514600"/>
            <a:ext cx="8077200" cy="1470025"/>
          </a:xfrm>
          <a:prstGeom prst="rect">
            <a:avLst/>
          </a:prstGeom>
        </p:spPr>
        <p:txBody>
          <a:bodyPr/>
          <a:lstStyle>
            <a:lvl1pPr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Inver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6857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ond Sub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511425"/>
            <a:ext cx="7772400" cy="9175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505200"/>
            <a:ext cx="7772400" cy="1143000"/>
          </a:xfrm>
        </p:spPr>
        <p:txBody>
          <a:bodyPr/>
          <a:lstStyle>
            <a:lvl1pPr marL="0" indent="0" algn="l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Z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ZA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Z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3808800" cy="304800"/>
          </a:xfrm>
        </p:spPr>
        <p:txBody>
          <a:bodyPr anchor="b"/>
          <a:lstStyle>
            <a:lvl1pPr marL="0" indent="0" algn="ctr">
              <a:buNone/>
              <a:defRPr sz="1600" b="0">
                <a:solidFill>
                  <a:srgbClr val="D65327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744132"/>
            <a:ext cx="3808800" cy="3808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Z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371601"/>
            <a:ext cx="3808800" cy="304800"/>
          </a:xfrm>
        </p:spPr>
        <p:txBody>
          <a:bodyPr anchor="b"/>
          <a:lstStyle>
            <a:lvl1pPr marL="0" indent="0" algn="ctr">
              <a:buNone/>
              <a:defRPr sz="1600" b="0">
                <a:solidFill>
                  <a:srgbClr val="D65327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1999" y="1746000"/>
            <a:ext cx="3808800" cy="3808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ZA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4CBC8D4-5016-462B-A837-62BCB7ACA95E}" type="datetimeFigureOut">
              <a:rPr lang="en-US" smtClean="0"/>
              <a:pPr/>
              <a:t>2/5/2013</a:t>
            </a:fld>
            <a:endParaRPr lang="en-ZA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Z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C6D4E93-C918-4056-BF85-40B62B528652}" type="slidenum">
              <a:rPr lang="en-ZA" smtClean="0"/>
              <a:pPr/>
              <a:t>‹#›</a:t>
            </a:fld>
            <a:endParaRPr lang="en-ZA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Z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5800" y="1371600"/>
            <a:ext cx="3808800" cy="306000"/>
          </a:xfrm>
        </p:spPr>
        <p:txBody>
          <a:bodyPr anchor="b"/>
          <a:lstStyle>
            <a:lvl1pPr marL="0" indent="0" algn="ctr">
              <a:buNone/>
              <a:defRPr sz="1600" b="0">
                <a:solidFill>
                  <a:srgbClr val="D65327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5800" y="1746000"/>
            <a:ext cx="3808800" cy="3808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ZA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4CBC8D4-5016-462B-A837-62BCB7ACA95E}" type="datetimeFigureOut">
              <a:rPr lang="en-US" smtClean="0"/>
              <a:pPr/>
              <a:t>2/5/2013</a:t>
            </a:fld>
            <a:endParaRPr lang="en-ZA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Z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C6D4E93-C918-4056-BF85-40B62B528652}" type="slidenum">
              <a:rPr lang="en-ZA" smtClean="0"/>
              <a:pPr/>
              <a:t>‹#›</a:t>
            </a:fld>
            <a:endParaRPr lang="en-ZA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 sz="4500" b="1">
                <a:latin typeface="Trebuchet MS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chemeClr val="tx2"/>
                </a:solidFill>
                <a:latin typeface="Trebuchet MS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Z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3" name="Picture 7" descr="Globe-gre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00338" y="1052513"/>
            <a:ext cx="3927475" cy="3794125"/>
          </a:xfrm>
          <a:prstGeom prst="rect">
            <a:avLst/>
          </a:prstGeom>
          <a:noFill/>
        </p:spPr>
      </p:pic>
      <p:pic>
        <p:nvPicPr>
          <p:cNvPr id="14344" name="Picture 8" descr="Titl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2916238" y="5373688"/>
            <a:ext cx="10791826" cy="952500"/>
          </a:xfrm>
          <a:prstGeom prst="rect">
            <a:avLst/>
          </a:prstGeom>
          <a:noFill/>
        </p:spPr>
      </p:pic>
      <p:pic>
        <p:nvPicPr>
          <p:cNvPr id="14345" name="Picture 9" descr="Logo-colour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164388" y="287338"/>
            <a:ext cx="1714500" cy="8382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 descr="Logo-colou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96188" y="260350"/>
            <a:ext cx="1296987" cy="633413"/>
          </a:xfrm>
          <a:prstGeom prst="rect">
            <a:avLst/>
          </a:prstGeom>
          <a:noFill/>
        </p:spPr>
      </p:pic>
      <p:pic>
        <p:nvPicPr>
          <p:cNvPr id="10" name="Picture 8" descr="Globe-grey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48263" y="4078288"/>
            <a:ext cx="5238750" cy="4751387"/>
          </a:xfrm>
          <a:prstGeom prst="rect">
            <a:avLst/>
          </a:prstGeom>
          <a:noFill/>
        </p:spPr>
      </p:pic>
      <p:pic>
        <p:nvPicPr>
          <p:cNvPr id="11" name="Picture 9" descr="Antenna-Magus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-611188" y="5516563"/>
            <a:ext cx="5759451" cy="962025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4438" y="1844675"/>
            <a:ext cx="6858000" cy="320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4" descr="Symbol-colour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101013" y="6237288"/>
            <a:ext cx="76200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12" descr="Line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5500688"/>
            <a:ext cx="7885113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54C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7" name="Picture 35" descr="Symbol-whit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01013" y="6207125"/>
            <a:ext cx="76200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8" name="Picture 36" descr="Line-whit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5500688"/>
            <a:ext cx="7885113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9" name="Picture 38" descr="box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87450" y="1844675"/>
            <a:ext cx="6954838" cy="324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500" b="1">
          <a:solidFill>
            <a:srgbClr val="C54C0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500" b="1">
          <a:solidFill>
            <a:srgbClr val="C54C00"/>
          </a:solidFill>
          <a:latin typeface="Trebuchet MS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500" b="1">
          <a:solidFill>
            <a:srgbClr val="C54C00"/>
          </a:solidFill>
          <a:latin typeface="Trebuchet MS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500" b="1">
          <a:solidFill>
            <a:srgbClr val="C54C00"/>
          </a:solidFill>
          <a:latin typeface="Trebuchet MS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500" b="1">
          <a:solidFill>
            <a:srgbClr val="C54C00"/>
          </a:solidFill>
          <a:latin typeface="Trebuchet MS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500" b="1">
          <a:solidFill>
            <a:srgbClr val="C54C00"/>
          </a:solidFill>
          <a:latin typeface="Trebuchet MS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500" b="1">
          <a:solidFill>
            <a:srgbClr val="C54C00"/>
          </a:solidFill>
          <a:latin typeface="Trebuchet MS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500" b="1">
          <a:solidFill>
            <a:srgbClr val="C54C00"/>
          </a:solidFill>
          <a:latin typeface="Trebuchet MS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500" b="1">
          <a:solidFill>
            <a:srgbClr val="C54C00"/>
          </a:solidFill>
          <a:latin typeface="Trebuchet MS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AE6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549525"/>
            <a:ext cx="8229600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ZA" smtClean="0"/>
              <a:t>Click to edit Master title style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3471863"/>
            <a:ext cx="8229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ZA" smtClean="0"/>
              <a:t>Click to edit Master text styles</a:t>
            </a:r>
          </a:p>
        </p:txBody>
      </p:sp>
      <p:pic>
        <p:nvPicPr>
          <p:cNvPr id="14344" name="Picture 4" descr="Symbol-colou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01013" y="6237288"/>
            <a:ext cx="76200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5" name="Picture 12" descr="Lin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5500688"/>
            <a:ext cx="7885113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rtl="0" fontAlgn="base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Trebuchet MS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Trebuchet MS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Trebuchet MS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Trebuchet MS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Trebuchet MS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Trebuchet MS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Trebuchet MS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Trebuchet MS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defRPr sz="2500">
          <a:solidFill>
            <a:srgbClr val="333333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defRPr sz="2500">
          <a:solidFill>
            <a:srgbClr val="333333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defRPr sz="2500">
          <a:solidFill>
            <a:srgbClr val="333333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defRPr sz="2500">
          <a:solidFill>
            <a:srgbClr val="333333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defRPr sz="2500">
          <a:solidFill>
            <a:srgbClr val="333333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2500">
          <a:solidFill>
            <a:srgbClr val="333333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2500">
          <a:solidFill>
            <a:srgbClr val="333333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2500">
          <a:solidFill>
            <a:srgbClr val="333333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2500">
          <a:solidFill>
            <a:srgbClr val="333333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ZA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 smtClean="0"/>
          </a:p>
        </p:txBody>
      </p:sp>
      <p:pic>
        <p:nvPicPr>
          <p:cNvPr id="14344" name="Picture 4" descr="Symbol-colour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01013" y="6237288"/>
            <a:ext cx="76200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5" name="Picture 12" descr="Lin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0" y="5500688"/>
            <a:ext cx="7885113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1"/>
          <p:cNvSpPr txBox="1">
            <a:spLocks/>
          </p:cNvSpPr>
          <p:nvPr userDrawn="1"/>
        </p:nvSpPr>
        <p:spPr bwMode="auto">
          <a:xfrm rot="16200000">
            <a:off x="6491287" y="3709988"/>
            <a:ext cx="4524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200" dirty="0" smtClean="0">
                <a:solidFill>
                  <a:srgbClr val="D65327"/>
                </a:solidFill>
                <a:latin typeface="+mn-lt"/>
                <a:ea typeface="+mn-ea"/>
                <a:cs typeface="+mn-cs"/>
              </a:rPr>
              <a:t>Antenna Magus 15.1.0: </a:t>
            </a:r>
            <a:r>
              <a: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Monday, December 8, 2025</a:t>
            </a:r>
            <a:endParaRPr kumimoji="0" lang="en-ZA" sz="500" i="0" u="none" strike="noStrike" kern="0" cap="none" spc="0" normalizeH="0" baseline="0" noProof="0" dirty="0">
              <a:ln>
                <a:noFill/>
              </a:ln>
              <a:solidFill>
                <a:srgbClr val="4D4644"/>
              </a:solidFill>
              <a:effectLst/>
              <a:uLnTx/>
              <a:uFillTx/>
              <a:ea typeface="+mj-ea"/>
              <a:cs typeface="Tahoma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702" r:id="rId2"/>
    <p:sldLayoutId id="2147483703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Trebuchet MS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Trebuchet MS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Trebuchet MS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Trebuchet MS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Trebuchet MS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Trebuchet MS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Trebuchet MS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500" b="1">
          <a:solidFill>
            <a:srgbClr val="C54C00"/>
          </a:solidFill>
          <a:latin typeface="Trebuchet MS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500">
          <a:solidFill>
            <a:srgbClr val="333333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500">
          <a:solidFill>
            <a:srgbClr val="333333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500">
          <a:solidFill>
            <a:srgbClr val="333333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500">
          <a:solidFill>
            <a:srgbClr val="333333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500">
          <a:solidFill>
            <a:srgbClr val="333333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500">
          <a:solidFill>
            <a:srgbClr val="333333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500">
          <a:solidFill>
            <a:srgbClr val="333333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500">
          <a:solidFill>
            <a:srgbClr val="333333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500">
          <a:solidFill>
            <a:srgbClr val="333333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3" name="Picture 7" descr="Globe-grey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00338" y="1052513"/>
            <a:ext cx="3927475" cy="3794125"/>
          </a:xfrm>
          <a:prstGeom prst="rect">
            <a:avLst/>
          </a:prstGeom>
          <a:noFill/>
        </p:spPr>
      </p:pic>
      <p:pic>
        <p:nvPicPr>
          <p:cNvPr id="14345" name="Picture 9" descr="Logo-colour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64388" y="287338"/>
            <a:ext cx="1714500" cy="838200"/>
          </a:xfrm>
          <a:prstGeom prst="rect">
            <a:avLst/>
          </a:prstGeom>
          <a:noFill/>
        </p:spPr>
      </p:pic>
      <p:pic>
        <p:nvPicPr>
          <p:cNvPr id="1029" name="Picture 5" descr="C:\Robert\magus\Graphic design\For resellers\Presentations\AntennaMagusTagLine2012_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44824" y="5487988"/>
            <a:ext cx="98679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 descr="Logo-colour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96188" y="260350"/>
            <a:ext cx="1296987" cy="633413"/>
          </a:xfrm>
          <a:prstGeom prst="rect">
            <a:avLst/>
          </a:prstGeom>
          <a:noFill/>
        </p:spPr>
      </p:pic>
      <p:pic>
        <p:nvPicPr>
          <p:cNvPr id="10" name="Picture 8" descr="Globe-grey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48263" y="4078288"/>
            <a:ext cx="5238750" cy="4751387"/>
          </a:xfrm>
          <a:prstGeom prst="rect">
            <a:avLst/>
          </a:prstGeom>
          <a:noFill/>
        </p:spPr>
      </p:pic>
      <p:pic>
        <p:nvPicPr>
          <p:cNvPr id="2050" name="Picture 2" descr="C:\Robert\magus\Graphic design\For resellers\Presentations\AntennaMagusTagLine2012 regular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2536" y="5657591"/>
            <a:ext cx="4437862" cy="835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../slideLayouts/slideLayout9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../slideLayouts/slideLayout10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../slideLayouts/slideLayout5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../slideLayouts/slideLayout7.xml" Id="rId1" /><Relationship Type="http://schemas.openxmlformats.org/officeDocument/2006/relationships/image" Target="/ppt/media/image14.png" Id="R704bebd076e84b35" /><Relationship Type="http://schemas.openxmlformats.org/officeDocument/2006/relationships/image" Target="/ppt/media/image15.png" Id="R5fc867aed6764e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../slideLayouts/slideLayout8.xml" Id="rId1" /><Relationship Type="http://schemas.openxmlformats.org/officeDocument/2006/relationships/image" Target="/ppt/media/image16.png" Id="R73e81c20f0004e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../slideLayouts/slideLayout8.xml" Id="rId1" /><Relationship Type="http://schemas.openxmlformats.org/officeDocument/2006/relationships/image" Target="/ppt/media/image17.png" Id="Rcf3c97e7fc4542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../slideLayouts/slideLayout8.xml" Id="rId1" /><Relationship Type="http://schemas.openxmlformats.org/officeDocument/2006/relationships/image" Target="/ppt/media/image18.png" Id="R7ce3a52c37574dd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../slideLayouts/slideLayout8.xml" Id="rId1" /><Relationship Type="http://schemas.openxmlformats.org/officeDocument/2006/relationships/image" Target="/ppt/media/image19.png" Id="Rdbdfa7036e024c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../slideLayouts/slideLayout8.xml" Id="rId1" /><Relationship Type="http://schemas.openxmlformats.org/officeDocument/2006/relationships/image" Target="/ppt/media/image20.png" Id="Rcd29f01eac754d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../slideLayouts/slideLayout8.xml" Id="rId1" /><Relationship Type="http://schemas.openxmlformats.org/officeDocument/2006/relationships/image" Target="/ppt/media/image21.png" Id="R15b330626cc1442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../slideLayouts/slideLayout8.xml" Id="rId1" /><Relationship Type="http://schemas.openxmlformats.org/officeDocument/2006/relationships/image" Target="/ppt/media/image22.png" Id="Ra7963425498047e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../slideLayouts/slideLayout8.xml" Id="rId1" /><Relationship Type="http://schemas.openxmlformats.org/officeDocument/2006/relationships/image" Target="/ppt/media/image23.png" Id="R440668775b7f43f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../slideLayouts/slideLayout8.xml" Id="rId1" /><Relationship Type="http://schemas.openxmlformats.org/officeDocument/2006/relationships/image" Target="/ppt/media/image24.png" Id="Rc37a9acb80a94b6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../slideLayouts/slideLayout8.xml" Id="rId1" /><Relationship Type="http://schemas.openxmlformats.org/officeDocument/2006/relationships/image" Target="/ppt/media/image25.png" Id="R376e67a47c334d8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../slideLayouts/slideLayout8.xml" Id="rId1" /><Relationship Type="http://schemas.openxmlformats.org/officeDocument/2006/relationships/image" Target="/ppt/media/image26.png" Id="R0029471980f245a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../slideLayouts/slideLayout8.xml" Id="rId1" /><Relationship Type="http://schemas.openxmlformats.org/officeDocument/2006/relationships/image" Target="/ppt/media/image27.png" Id="R937a987579614b9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../slideLayouts/slideLayout8.xml" Id="rId1" /><Relationship Type="http://schemas.openxmlformats.org/officeDocument/2006/relationships/image" Target="/ppt/media/image28.png" Id="R5dd790fab7e4404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../slideLayouts/slideLayout8.xml" Id="rId1" /><Relationship Type="http://schemas.openxmlformats.org/officeDocument/2006/relationships/image" Target="/ppt/media/image29.png" Id="R405a6b4048cd43b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../slideLayouts/slideLayout8.xml" Id="rId1" /><Relationship Type="http://schemas.openxmlformats.org/officeDocument/2006/relationships/image" Target="/ppt/media/image30.png" Id="Ra1d2eaa53e194c4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../slideLayouts/slideLayout8.xml" Id="rId1" /><Relationship Type="http://schemas.openxmlformats.org/officeDocument/2006/relationships/image" Target="/ppt/media/image31.png" Id="R0585e12ffacc497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../slideLayouts/slideLayout8.xml" Id="rId1" /><Relationship Type="http://schemas.openxmlformats.org/officeDocument/2006/relationships/image" Target="/ppt/media/image32.png" Id="R30a52d50b57047b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../slideLayouts/slideLayout8.xml" Id="rId1" /><Relationship Type="http://schemas.openxmlformats.org/officeDocument/2006/relationships/image" Target="/ppt/media/image33.png" Id="R707e632b1cd1495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../slideLayouts/slideLayout5.xml" Id="rId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1.xml" Id="Rdce059c7c3d54e3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2.xml" Id="R0b502f15980f451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3.xml" Id="Rcc65abebc7ee4d0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4.xml" Id="R3ddf4b3ebe684e0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image" Target="/ppt/media/image34.png" Id="Rbe81eaa6af9348d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5.xml" Id="R7abb917490384a3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image" Target="/ppt/media/image35.png" Id="Rb86f234f9170489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6.xml" Id="Rfe01fd85fb674cb1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image" Target="/ppt/media/image36.png" Id="Rd00438bdb21e45f8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7.xml" Id="Rab5950b465194743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image" Target="/ppt/media/image37.png" Id="R176cf23e17584f22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8.xml" Id="R5515754a6ef948a8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image" Target="/ppt/media/image38.png" Id="Rca0a5737cdde4fa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9.xml" Id="R4ab531e2f1eb4624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image" Target="/ppt/media/image39.png" Id="R64284c90633c4364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10.xml" Id="Ra25eddc12f2f433d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image" Target="/ppt/media/image40.png" Id="Ra3e0967738fb4c08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11.xml" Id="R0c35a9a7d62844c3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image" Target="/ppt/media/image41.png" Id="R59de3543344b4b8a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12.xml" Id="Rd46e9254804e456d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image" Target="/ppt/media/image42.png" Id="Rdbf3ec7e33444881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13.xml" Id="R1bf47c24ad254c04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14.xml" Id="Rf2b2d8c54dcf4b45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15.xml" Id="Ref83c8b514ea47cc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16.xml" Id="Rc4b90603b8614cb2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17.xml" Id="Ra1baae297c1a4125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18.xml" Id="R8c41545131334483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19.xml" Id="R604fc3ba6a0e48ab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20.xml" Id="Ra1238fdbd0564bf0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../slideLayouts/slideLayout6.xml" Id="rId1" /><Relationship Type="http://schemas.openxmlformats.org/officeDocument/2006/relationships/chart" Target="../charts/chart21.xml" Id="R441c21833ffa48f8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sz="3200" dirty="0"/>
              <a:t>Axial-mode wire helix</a:t>
            </a:r>
            <a:endParaRPr lang="en-ZA" sz="3200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/>
              <a:t>Antenna 3 : </a:t>
            </a:r>
            <a:r>
              <a:rPr lang="en-ZA" dirty="0" smtClean="0"/>
              <a:t>Results</a:t>
            </a:r>
            <a:endParaRPr lang="en-Z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ZA" sz="3200" dirty="0" smtClean="0"/>
              <a:t>Axial-mode wire helix</a:t>
            </a:r>
            <a:endParaRPr lang="en-ZA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sz="2400" dirty="0" smtClean="0"/>
              <a:t>Antenna 3 : sketches, objectives and parameters</a:t>
            </a:r>
            <a:endParaRPr lang="en-ZA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 smtClean="0"/>
              <a:t>Antenna Structure: Antenna Parameters </a:t>
            </a:r>
            <a:endParaRPr lang="en-ZA" sz="3200" dirty="0"/>
          </a:p>
        </p:txBody>
      </p:sp>
      <p:graphicFrame>
        <p:nvGraphicFramePr>
          <p:cNvPr id="19" name="Content Placeholder 1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5277325"/>
              </p:ext>
            </p:extLst>
          </p:nvPr>
        </p:nvGraphicFramePr>
        <p:xfrm>
          <a:off x="457200" y="1674486"/>
          <a:ext cx="822960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Name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Description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f₀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Centre frequency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Dw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Wire diameter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Dg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Diameter of the ground plane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Dh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Diameter of the helix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Handedness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Hf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Height of the feed-point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Number of helix turns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φ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Pitch angle of the helix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X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Device X-dimension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Y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Device Y-dimension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371600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/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 smtClean="0"/>
              <a:t>Antenna Structure: Antenna Parameters (2)</a:t>
            </a:r>
            <a:endParaRPr lang="en-ZA" sz="3200" dirty="0"/>
          </a:p>
        </p:txBody>
      </p:sp>
      <p:graphicFrame>
        <p:nvGraphicFramePr>
          <p:cNvPr id="19" name="Content Placeholder 1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5277325"/>
              </p:ext>
            </p:extLst>
          </p:nvPr>
        </p:nvGraphicFramePr>
        <p:xfrm>
          <a:off x="457200" y="1674486"/>
          <a:ext cx="822960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Name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Description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Z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Device Z-dimension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Lw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Total wire length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371600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/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ZA" sz="3200" dirty="0" smtClean="0"/>
              <a:t>Sketches</a:t>
            </a:r>
            <a:endParaRPr lang="en-ZA" sz="320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b="1" dirty="0" smtClean="0">
                <a:latin typeface="+mn-lt"/>
              </a:rPr>
              <a:t>Side view</a:t>
            </a:r>
            <a:endParaRPr lang="en-ZA" b="1" dirty="0">
              <a:latin typeface="+mn-lt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 smtClean="0">
                <a:latin typeface="+mn-lt"/>
              </a:rPr>
              <a:t>Top view</a:t>
            </a:r>
            <a:endParaRPr lang="en-ZA" b="1" dirty="0" smtClean="0">
              <a:latin typeface="+mn-lt"/>
            </a:endParaRPr>
          </a:p>
        </p:txBody>
      </p:sp>
      <p:pic>
        <p:nvPicPr>
          <p:cNvPr id="10" name="Content Placeholder 9" descr="sketch.png"/>
          <p:cNvPicPr>
            <a:picLocks noGrp="1" noChangeAspect="1"/>
          </p:cNvPicPr>
          <p:nvPr>
            <p:ph sz="half" idx="2"/>
          </p:nvPr>
        </p:nvPicPr>
        <p:blipFill>
          <a:blip r:embed="R704bebd076e84b35" cstate="print"/>
          <a:stretch>
            <a:fillRect/>
          </a:stretch>
        </p:blipFill>
        <p:spPr/>
      </p:pic>
      <p:pic>
        <p:nvPicPr>
          <p:cNvPr id="15" name="Content Placeholder 14" descr="sketch.png"/>
          <p:cNvPicPr>
            <a:picLocks noGrp="1" noChangeAspect="1"/>
          </p:cNvPicPr>
          <p:nvPr>
            <p:ph sz="quarter" idx="4"/>
          </p:nvPr>
        </p:nvPicPr>
        <p:blipFill>
          <a:blip r:embed="R5fc867aed6764e77" cstate="print"/>
          <a:stretch>
            <a:fillRect/>
          </a:stretch>
        </p:blipFill>
        <p:spPr/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ZA" sz="3200" dirty="0" smtClean="0"/>
              <a:t>Helical Antenna: Preview</a:t>
            </a:r>
            <a:endParaRPr lang="en-ZA" sz="3200" dirty="0"/>
          </a:p>
        </p:txBody>
      </p:sp>
      <p:pic>
        <p:nvPicPr>
          <p:cNvPr id="10" name="Content Placeholder 9" descr="sketch.png"/>
          <p:cNvPicPr>
            <a:picLocks noGrp="1" noChangeAspect="1"/>
          </p:cNvPicPr>
          <p:nvPr>
            <p:ph sz="half" idx="2"/>
          </p:nvPr>
        </p:nvPicPr>
        <p:blipFill>
          <a:blip r:embed="R73e81c20f0004e34" cstate="print"/>
          <a:stretch>
            <a:fillRect/>
          </a:stretch>
        </p:blipFill>
        <p:spPr/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ZA" sz="3200" dirty="0" smtClean="0"/>
              <a:t>Helical Antenna: Front Side Preview</a:t>
            </a:r>
            <a:endParaRPr lang="en-ZA" sz="3200" dirty="0"/>
          </a:p>
        </p:txBody>
      </p:sp>
      <p:pic>
        <p:nvPicPr>
          <p:cNvPr id="10" name="Content Placeholder 9" descr="sketch.png"/>
          <p:cNvPicPr>
            <a:picLocks noGrp="1" noChangeAspect="1"/>
          </p:cNvPicPr>
          <p:nvPr>
            <p:ph sz="half" idx="2"/>
          </p:nvPr>
        </p:nvPicPr>
        <p:blipFill>
          <a:blip r:embed="Rcf3c97e7fc45427b" cstate="print"/>
          <a:stretch>
            <a:fillRect/>
          </a:stretch>
        </p:blipFill>
        <p:spPr/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ZA" sz="3200" dirty="0" smtClean="0"/>
              <a:t>Helical Antenna: Left Side Preview</a:t>
            </a:r>
            <a:endParaRPr lang="en-ZA" sz="3200" dirty="0"/>
          </a:p>
        </p:txBody>
      </p:sp>
      <p:pic>
        <p:nvPicPr>
          <p:cNvPr id="10" name="Content Placeholder 9" descr="sketch.png"/>
          <p:cNvPicPr>
            <a:picLocks noGrp="1" noChangeAspect="1"/>
          </p:cNvPicPr>
          <p:nvPr>
            <p:ph sz="half" idx="2"/>
          </p:nvPr>
        </p:nvPicPr>
        <p:blipFill>
          <a:blip r:embed="R7ce3a52c37574dd0" cstate="print"/>
          <a:stretch>
            <a:fillRect/>
          </a:stretch>
        </p:blipFill>
        <p:spPr/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ZA" sz="3200" dirty="0" smtClean="0"/>
              <a:t>Helical Antenna: Right Side Preview</a:t>
            </a:r>
            <a:endParaRPr lang="en-ZA" sz="3200" dirty="0"/>
          </a:p>
        </p:txBody>
      </p:sp>
      <p:pic>
        <p:nvPicPr>
          <p:cNvPr id="10" name="Content Placeholder 9" descr="sketch.png"/>
          <p:cNvPicPr>
            <a:picLocks noGrp="1" noChangeAspect="1"/>
          </p:cNvPicPr>
          <p:nvPr>
            <p:ph sz="half" idx="2"/>
          </p:nvPr>
        </p:nvPicPr>
        <p:blipFill>
          <a:blip r:embed="Rdbdfa7036e024c4c" cstate="print"/>
          <a:stretch>
            <a:fillRect/>
          </a:stretch>
        </p:blipFill>
        <p:spPr/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ZA" sz="3200" dirty="0" smtClean="0"/>
              <a:t>Helical Antenna: Top Side Preview</a:t>
            </a:r>
            <a:endParaRPr lang="en-ZA" sz="3200" dirty="0"/>
          </a:p>
        </p:txBody>
      </p:sp>
      <p:pic>
        <p:nvPicPr>
          <p:cNvPr id="10" name="Content Placeholder 9" descr="sketch.png"/>
          <p:cNvPicPr>
            <a:picLocks noGrp="1" noChangeAspect="1"/>
          </p:cNvPicPr>
          <p:nvPr>
            <p:ph sz="half" idx="2"/>
          </p:nvPr>
        </p:nvPicPr>
        <p:blipFill>
          <a:blip r:embed="Rcd29f01eac754d5c" cstate="print"/>
          <a:stretch>
            <a:fillRect/>
          </a:stretch>
        </p:blipFill>
        <p:spPr/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ZA" sz="3200" dirty="0" smtClean="0"/>
              <a:t>Helical Antenna: Bottom Side Preview</a:t>
            </a:r>
            <a:endParaRPr lang="en-ZA" sz="3200" dirty="0"/>
          </a:p>
        </p:txBody>
      </p:sp>
      <p:pic>
        <p:nvPicPr>
          <p:cNvPr id="10" name="Content Placeholder 9" descr="sketch.png"/>
          <p:cNvPicPr>
            <a:picLocks noGrp="1" noChangeAspect="1"/>
          </p:cNvPicPr>
          <p:nvPr>
            <p:ph sz="half" idx="2"/>
          </p:nvPr>
        </p:nvPicPr>
        <p:blipFill>
          <a:blip r:embed="R15b330626cc14425" cstate="print"/>
          <a:stretch>
            <a:fillRect/>
          </a:stretch>
        </p:blipFill>
        <p:spPr/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 smtClean="0"/>
              <a:t>Helical Antenna: Design Objectives </a:t>
            </a:r>
            <a:endParaRPr lang="en-ZA" sz="3200" dirty="0"/>
          </a:p>
        </p:txBody>
      </p:sp>
      <p:graphicFrame>
        <p:nvGraphicFramePr>
          <p:cNvPr id="19" name="Content Placeholder 1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5277325"/>
              </p:ext>
            </p:extLst>
          </p:nvPr>
        </p:nvGraphicFramePr>
        <p:xfrm>
          <a:off x="457200" y="1674486"/>
          <a:ext cx="822960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Name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Description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Value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f₀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Centre frequency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2.4 GHz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Dw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The desired wire diameter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1.249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G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Gain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13 dBi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Polarisation (transmitting)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RHC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371600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Objective Group: gain and wire diameter</a:t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 smtClean="0"/>
              <a:t>Helical Antenna: Physical Parameters </a:t>
            </a:r>
            <a:endParaRPr lang="en-ZA" sz="3200" dirty="0"/>
          </a:p>
        </p:txBody>
      </p:sp>
      <p:graphicFrame>
        <p:nvGraphicFramePr>
          <p:cNvPr id="19" name="Content Placeholder 1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5277325"/>
              </p:ext>
            </p:extLst>
          </p:nvPr>
        </p:nvGraphicFramePr>
        <p:xfrm>
          <a:off x="457200" y="1674486"/>
          <a:ext cx="822960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Name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Description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Value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Dw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Wire diameter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1.249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Dg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Diameter of the ground plane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124.9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Dh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Diameter of the helix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39.76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Handedness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Right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Hf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Height of the feed-point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4.997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Number of helix turns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12.4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φ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Pitch angle of the helix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13 °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371600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/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 smtClean="0"/>
              <a:t>Helical Antenna: Derived Quantities </a:t>
            </a:r>
            <a:endParaRPr lang="en-ZA" sz="3200" dirty="0"/>
          </a:p>
        </p:txBody>
      </p:sp>
      <p:graphicFrame>
        <p:nvGraphicFramePr>
          <p:cNvPr id="19" name="Content Placeholder 1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5277325"/>
              </p:ext>
            </p:extLst>
          </p:nvPr>
        </p:nvGraphicFramePr>
        <p:xfrm>
          <a:off x="457200" y="1674486"/>
          <a:ext cx="822960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Name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Description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Value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X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Device X-dimension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39.76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Y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Device Y-dimension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39.76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Z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Device Z-dimension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362.6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Lw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Total wire length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1.590 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371600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/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ZA" sz="3200" dirty="0" smtClean="0"/>
              <a:t>Snapshot 1: Preview</a:t>
            </a:r>
            <a:endParaRPr lang="en-ZA" sz="3200" dirty="0"/>
          </a:p>
        </p:txBody>
      </p:sp>
      <p:pic>
        <p:nvPicPr>
          <p:cNvPr id="10" name="Content Placeholder 9" descr="sketch.png"/>
          <p:cNvPicPr>
            <a:picLocks noGrp="1" noChangeAspect="1"/>
          </p:cNvPicPr>
          <p:nvPr>
            <p:ph sz="half" idx="2"/>
          </p:nvPr>
        </p:nvPicPr>
        <p:blipFill>
          <a:blip r:embed="Ra7963425498047ee" cstate="print"/>
          <a:stretch>
            <a:fillRect/>
          </a:stretch>
        </p:blipFill>
        <p:spPr/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ZA" sz="3200" dirty="0" smtClean="0"/>
              <a:t>Snapshot 1: Front Side Preview</a:t>
            </a:r>
            <a:endParaRPr lang="en-ZA" sz="3200" dirty="0"/>
          </a:p>
        </p:txBody>
      </p:sp>
      <p:pic>
        <p:nvPicPr>
          <p:cNvPr id="10" name="Content Placeholder 9" descr="sketch.png"/>
          <p:cNvPicPr>
            <a:picLocks noGrp="1" noChangeAspect="1"/>
          </p:cNvPicPr>
          <p:nvPr>
            <p:ph sz="half" idx="2"/>
          </p:nvPr>
        </p:nvPicPr>
        <p:blipFill>
          <a:blip r:embed="R440668775b7f43f5" cstate="print"/>
          <a:stretch>
            <a:fillRect/>
          </a:stretch>
        </p:blipFill>
        <p:spPr/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ZA" sz="3200" dirty="0" smtClean="0"/>
              <a:t>Snapshot 1: Left Side Preview</a:t>
            </a:r>
            <a:endParaRPr lang="en-ZA" sz="3200" dirty="0"/>
          </a:p>
        </p:txBody>
      </p:sp>
      <p:pic>
        <p:nvPicPr>
          <p:cNvPr id="10" name="Content Placeholder 9" descr="sketch.png"/>
          <p:cNvPicPr>
            <a:picLocks noGrp="1" noChangeAspect="1"/>
          </p:cNvPicPr>
          <p:nvPr>
            <p:ph sz="half" idx="2"/>
          </p:nvPr>
        </p:nvPicPr>
        <p:blipFill>
          <a:blip r:embed="Rc37a9acb80a94b6b" cstate="print"/>
          <a:stretch>
            <a:fillRect/>
          </a:stretch>
        </p:blipFill>
        <p:spPr/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ZA" sz="3200" dirty="0" smtClean="0"/>
              <a:t>Snapshot 1: Right Side Preview</a:t>
            </a:r>
            <a:endParaRPr lang="en-ZA" sz="3200" dirty="0"/>
          </a:p>
        </p:txBody>
      </p:sp>
      <p:pic>
        <p:nvPicPr>
          <p:cNvPr id="10" name="Content Placeholder 9" descr="sketch.png"/>
          <p:cNvPicPr>
            <a:picLocks noGrp="1" noChangeAspect="1"/>
          </p:cNvPicPr>
          <p:nvPr>
            <p:ph sz="half" idx="2"/>
          </p:nvPr>
        </p:nvPicPr>
        <p:blipFill>
          <a:blip r:embed="R376e67a47c334d84" cstate="print"/>
          <a:stretch>
            <a:fillRect/>
          </a:stretch>
        </p:blipFill>
        <p:spPr/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ZA" sz="3200" dirty="0" smtClean="0"/>
              <a:t>Snapshot 1: Top Side Preview</a:t>
            </a:r>
            <a:endParaRPr lang="en-ZA" sz="3200" dirty="0"/>
          </a:p>
        </p:txBody>
      </p:sp>
      <p:pic>
        <p:nvPicPr>
          <p:cNvPr id="10" name="Content Placeholder 9" descr="sketch.png"/>
          <p:cNvPicPr>
            <a:picLocks noGrp="1" noChangeAspect="1"/>
          </p:cNvPicPr>
          <p:nvPr>
            <p:ph sz="half" idx="2"/>
          </p:nvPr>
        </p:nvPicPr>
        <p:blipFill>
          <a:blip r:embed="R0029471980f245aa" cstate="print"/>
          <a:stretch>
            <a:fillRect/>
          </a:stretch>
        </p:blipFill>
        <p:spPr/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ZA" sz="3200" dirty="0" smtClean="0"/>
              <a:t>Snapshot 1: Bottom Side Preview</a:t>
            </a:r>
            <a:endParaRPr lang="en-ZA" sz="3200" dirty="0"/>
          </a:p>
        </p:txBody>
      </p:sp>
      <p:pic>
        <p:nvPicPr>
          <p:cNvPr id="10" name="Content Placeholder 9" descr="sketch.png"/>
          <p:cNvPicPr>
            <a:picLocks noGrp="1" noChangeAspect="1"/>
          </p:cNvPicPr>
          <p:nvPr>
            <p:ph sz="half" idx="2"/>
          </p:nvPr>
        </p:nvPicPr>
        <p:blipFill>
          <a:blip r:embed="R937a987579614b9a" cstate="print"/>
          <a:stretch>
            <a:fillRect/>
          </a:stretch>
        </p:blipFill>
        <p:spPr/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 smtClean="0"/>
              <a:t>Snapshot 1: Design Objectives </a:t>
            </a:r>
            <a:endParaRPr lang="en-ZA" sz="3200" dirty="0"/>
          </a:p>
        </p:txBody>
      </p:sp>
      <p:graphicFrame>
        <p:nvGraphicFramePr>
          <p:cNvPr id="19" name="Content Placeholder 1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5277325"/>
              </p:ext>
            </p:extLst>
          </p:nvPr>
        </p:nvGraphicFramePr>
        <p:xfrm>
          <a:off x="457200" y="1674486"/>
          <a:ext cx="822960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Name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Description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Value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f₀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Centre frequency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2.4 GHz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Dw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The desired wire diameter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1.249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G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Gain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13 dBi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Polarisation (transmitting)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RHC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371600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Objective Group: gain and wire diameter</a:t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 smtClean="0"/>
              <a:t>Snapshot 1: Physical Parameters </a:t>
            </a:r>
            <a:endParaRPr lang="en-ZA" sz="3200" dirty="0"/>
          </a:p>
        </p:txBody>
      </p:sp>
      <p:graphicFrame>
        <p:nvGraphicFramePr>
          <p:cNvPr id="19" name="Content Placeholder 1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5277325"/>
              </p:ext>
            </p:extLst>
          </p:nvPr>
        </p:nvGraphicFramePr>
        <p:xfrm>
          <a:off x="457200" y="1674486"/>
          <a:ext cx="822960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Name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Description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Value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Dw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Wire diameter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1.249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Dg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Diameter of the ground plane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124.9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Dh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Diameter of the helix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39.76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Handedness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Right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Hf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Height of the feed-point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4.997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Number of helix turns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8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φ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Pitch angle of the helix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13 °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371600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/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 smtClean="0"/>
              <a:t>Snapshot 1: Derived Quantities </a:t>
            </a:r>
            <a:endParaRPr lang="en-ZA" sz="3200" dirty="0"/>
          </a:p>
        </p:txBody>
      </p:sp>
      <p:graphicFrame>
        <p:nvGraphicFramePr>
          <p:cNvPr id="19" name="Content Placeholder 1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5277325"/>
              </p:ext>
            </p:extLst>
          </p:nvPr>
        </p:nvGraphicFramePr>
        <p:xfrm>
          <a:off x="457200" y="1674486"/>
          <a:ext cx="822960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Name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Description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Value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X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Device X-dimension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39.76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Y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Device Y-dimension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39.76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Z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Device Z-dimension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235.7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Lw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Total wire length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1.026 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371600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/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ZA" sz="3200" dirty="0" smtClean="0"/>
              <a:t>Design 1: Preview</a:t>
            </a:r>
            <a:endParaRPr lang="en-ZA" sz="3200" dirty="0"/>
          </a:p>
        </p:txBody>
      </p:sp>
      <p:pic>
        <p:nvPicPr>
          <p:cNvPr id="10" name="Content Placeholder 9" descr="sketch.png"/>
          <p:cNvPicPr>
            <a:picLocks noGrp="1" noChangeAspect="1"/>
          </p:cNvPicPr>
          <p:nvPr>
            <p:ph sz="half" idx="2"/>
          </p:nvPr>
        </p:nvPicPr>
        <p:blipFill>
          <a:blip r:embed="R5dd790fab7e4404e" cstate="print"/>
          <a:stretch>
            <a:fillRect/>
          </a:stretch>
        </p:blipFill>
        <p:spPr/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ZA" sz="3200" dirty="0" smtClean="0"/>
              <a:t>Design 1: Front Side Preview</a:t>
            </a:r>
            <a:endParaRPr lang="en-ZA" sz="3200" dirty="0"/>
          </a:p>
        </p:txBody>
      </p:sp>
      <p:pic>
        <p:nvPicPr>
          <p:cNvPr id="10" name="Content Placeholder 9" descr="sketch.png"/>
          <p:cNvPicPr>
            <a:picLocks noGrp="1" noChangeAspect="1"/>
          </p:cNvPicPr>
          <p:nvPr>
            <p:ph sz="half" idx="2"/>
          </p:nvPr>
        </p:nvPicPr>
        <p:blipFill>
          <a:blip r:embed="R405a6b4048cd43b6" cstate="print"/>
          <a:stretch>
            <a:fillRect/>
          </a:stretch>
        </p:blipFill>
        <p:spPr/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ZA" sz="3200" dirty="0" smtClean="0"/>
              <a:t>Design 1: Left Side Preview</a:t>
            </a:r>
            <a:endParaRPr lang="en-ZA" sz="3200" dirty="0"/>
          </a:p>
        </p:txBody>
      </p:sp>
      <p:pic>
        <p:nvPicPr>
          <p:cNvPr id="10" name="Content Placeholder 9" descr="sketch.png"/>
          <p:cNvPicPr>
            <a:picLocks noGrp="1" noChangeAspect="1"/>
          </p:cNvPicPr>
          <p:nvPr>
            <p:ph sz="half" idx="2"/>
          </p:nvPr>
        </p:nvPicPr>
        <p:blipFill>
          <a:blip r:embed="Ra1d2eaa53e194c4e" cstate="print"/>
          <a:stretch>
            <a:fillRect/>
          </a:stretch>
        </p:blipFill>
        <p:spPr/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ZA" sz="3200" dirty="0" smtClean="0"/>
              <a:t>Design 1: Right Side Preview</a:t>
            </a:r>
            <a:endParaRPr lang="en-ZA" sz="3200" dirty="0"/>
          </a:p>
        </p:txBody>
      </p:sp>
      <p:pic>
        <p:nvPicPr>
          <p:cNvPr id="10" name="Content Placeholder 9" descr="sketch.png"/>
          <p:cNvPicPr>
            <a:picLocks noGrp="1" noChangeAspect="1"/>
          </p:cNvPicPr>
          <p:nvPr>
            <p:ph sz="half" idx="2"/>
          </p:nvPr>
        </p:nvPicPr>
        <p:blipFill>
          <a:blip r:embed="R0585e12ffacc497d" cstate="print"/>
          <a:stretch>
            <a:fillRect/>
          </a:stretch>
        </p:blipFill>
        <p:spPr/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ZA" sz="3200" dirty="0" smtClean="0"/>
              <a:t>Design 1: Top Side Preview</a:t>
            </a:r>
            <a:endParaRPr lang="en-ZA" sz="3200" dirty="0"/>
          </a:p>
        </p:txBody>
      </p:sp>
      <p:pic>
        <p:nvPicPr>
          <p:cNvPr id="10" name="Content Placeholder 9" descr="sketch.png"/>
          <p:cNvPicPr>
            <a:picLocks noGrp="1" noChangeAspect="1"/>
          </p:cNvPicPr>
          <p:nvPr>
            <p:ph sz="half" idx="2"/>
          </p:nvPr>
        </p:nvPicPr>
        <p:blipFill>
          <a:blip r:embed="R30a52d50b57047b5" cstate="print"/>
          <a:stretch>
            <a:fillRect/>
          </a:stretch>
        </p:blipFill>
        <p:spPr/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ZA" sz="3200" dirty="0" smtClean="0"/>
              <a:t>Design 1: Bottom Side Preview</a:t>
            </a:r>
            <a:endParaRPr lang="en-ZA" sz="3200" dirty="0"/>
          </a:p>
        </p:txBody>
      </p:sp>
      <p:pic>
        <p:nvPicPr>
          <p:cNvPr id="10" name="Content Placeholder 9" descr="sketch.png"/>
          <p:cNvPicPr>
            <a:picLocks noGrp="1" noChangeAspect="1"/>
          </p:cNvPicPr>
          <p:nvPr>
            <p:ph sz="half" idx="2"/>
          </p:nvPr>
        </p:nvPicPr>
        <p:blipFill>
          <a:blip r:embed="R707e632b1cd1495e" cstate="print"/>
          <a:stretch>
            <a:fillRect/>
          </a:stretch>
        </p:blipFill>
        <p:spPr/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 smtClean="0"/>
              <a:t>Design 1: Design Objectives </a:t>
            </a:r>
            <a:endParaRPr lang="en-ZA" sz="3200" dirty="0"/>
          </a:p>
        </p:txBody>
      </p:sp>
      <p:graphicFrame>
        <p:nvGraphicFramePr>
          <p:cNvPr id="19" name="Content Placeholder 1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5277325"/>
              </p:ext>
            </p:extLst>
          </p:nvPr>
        </p:nvGraphicFramePr>
        <p:xfrm>
          <a:off x="457200" y="1674486"/>
          <a:ext cx="822960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Name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Description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Value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f₀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Centre frequency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2.4 GHz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Dw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The desired wire diameter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1.249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bw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3dB beamwidth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45 °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Polarisation (transmitting)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RHC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371600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Objective Group: beamwidth and wire diameter</a:t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 smtClean="0"/>
              <a:t>Design 1: Physical Parameters </a:t>
            </a:r>
            <a:endParaRPr lang="en-ZA" sz="3200" dirty="0"/>
          </a:p>
        </p:txBody>
      </p:sp>
      <p:graphicFrame>
        <p:nvGraphicFramePr>
          <p:cNvPr id="19" name="Content Placeholder 1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5277325"/>
              </p:ext>
            </p:extLst>
          </p:nvPr>
        </p:nvGraphicFramePr>
        <p:xfrm>
          <a:off x="457200" y="1674486"/>
          <a:ext cx="822960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Name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Description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Value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Dw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Wire diameter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1.249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Dg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Diameter of the ground plane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124.9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Dh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Diameter of the helix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39.76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Handedness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Right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Hf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Height of the feed-point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4.997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Number of helix turns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8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φ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Pitch angle of the helix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13 °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371600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/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 smtClean="0"/>
              <a:t>Design 1: Derived Quantities </a:t>
            </a:r>
            <a:endParaRPr lang="en-ZA" sz="3200" dirty="0"/>
          </a:p>
        </p:txBody>
      </p:sp>
      <p:graphicFrame>
        <p:nvGraphicFramePr>
          <p:cNvPr id="19" name="Content Placeholder 1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5277325"/>
              </p:ext>
            </p:extLst>
          </p:nvPr>
        </p:nvGraphicFramePr>
        <p:xfrm>
          <a:off x="457200" y="1674486"/>
          <a:ext cx="822960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Name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Description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Value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X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Device X-dimension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39.76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Y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Device Y-dimension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39.76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Z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Device Z-dimension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235.7 mm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Lw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Total wire length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1.026 m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371600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/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Axial-mode wire helix</a:t>
            </a:r>
            <a:endParaRPr lang="en-US" sz="3200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sz="2400" dirty="0" smtClean="0"/>
              <a:t>Antenna 3 : estimated performance charts</a:t>
            </a:r>
            <a:endParaRPr lang="en-US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Impedance vs Frequency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dce059c7c3d54e3b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Impedance vs Frequency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0b502f15980f451d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Impedance vs Frequency </a:t>
            </a:r>
            <a:r>
              <a:rPr lang="en-US" sz="3200" dirty="0" smtClean="0"/>
              <a:t/>
            </a:r>
            <a:endParaRPr lang="en-ZA" sz="3200" dirty="0"/>
          </a:p>
        </p:txBody>
      </p:sp>
      <p:graphicFrame>
        <p:nvGraphicFramePr>
          <p:cNvPr id="11" name="Content Placeholder 1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1455183"/>
              </p:ext>
            </p:extLst>
          </p:nvPr>
        </p:nvGraphicFramePr>
        <p:xfrm>
          <a:off x="455579" y="1768520"/>
          <a:ext cx="822960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/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Helical Antenna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Reference impedance @ port 1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(140+0j) Ω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429966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Reflection coefficient (20log|Γ|)</a:t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Impedance vs Frequency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cc65abebc7ee4d0c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Impedance vs Frequency </a:t>
            </a:r>
            <a:r>
              <a:rPr lang="en-US" sz="3200" dirty="0" smtClean="0"/>
              <a:t/>
            </a:r>
            <a:endParaRPr lang="en-ZA" sz="3200" dirty="0"/>
          </a:p>
        </p:txBody>
      </p:sp>
      <p:graphicFrame>
        <p:nvGraphicFramePr>
          <p:cNvPr id="11" name="Content Placeholder 1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1455183"/>
              </p:ext>
            </p:extLst>
          </p:nvPr>
        </p:nvGraphicFramePr>
        <p:xfrm>
          <a:off x="455579" y="1768520"/>
          <a:ext cx="822960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/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Helical Antenna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>
                    <a:solidFill>
                      <a:srgbClr val="D6532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Reference impedance @ port 1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(140+0j) Ω</a:t>
                      </a:r>
                      <a:endParaRPr lang="en-US" sz="1200" dirty="0"/>
                    </a:p>
                  </a:txBody>
                  <a:tcPr marL="137160" marR="137160">
                    <a:solidFill>
                      <a:srgbClr val="D65327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429966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VSWR</a:t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3ddf4b3ebe684e0a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pic>
        <p:nvPicPr>
          <p:cNvPr id="16" name="Content Placeholder 15" descr="polar-chart.png"/>
          <p:cNvPicPr>
            <a:picLocks noGrp="1" noChangeAspect="1"/>
          </p:cNvPicPr>
          <p:nvPr>
            <p:ph idx="1"/>
          </p:nvPr>
        </p:nvPicPr>
        <p:blipFill>
          <a:blip r:embed="Rbe81eaa6af9348dc" cstate="print"/>
          <a:stretch>
            <a:fillRect/>
          </a:stretch>
        </p:blipFill>
        <p:spPr>
          <a:xfrm>
            <a:off x="1180626" y="1600678"/>
            <a:ext cx="6782747" cy="4525007"/>
          </a:xfrm>
        </p:spPr>
      </p:pic>
      <p:sp>
        <p:nvSpPr>
          <p:cNvPr id="4" name="TextBox 3"/>
          <p:cNvSpPr txBox="1"/>
          <p:nvPr/>
        </p:nvSpPr>
        <p:spPr>
          <a:xfrm>
            <a:off x="457200" y="1272409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Gain (Total - normalised)</a:t>
            </a:r>
            <a:endParaRPr lang="en-US" sz="1600" b="1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7abb917490384a35"/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pic>
        <p:nvPicPr>
          <p:cNvPr id="16" name="Content Placeholder 15" descr="polar-chart.png"/>
          <p:cNvPicPr>
            <a:picLocks noGrp="1" noChangeAspect="1"/>
          </p:cNvPicPr>
          <p:nvPr>
            <p:ph idx="1"/>
          </p:nvPr>
        </p:nvPicPr>
        <p:blipFill>
          <a:blip r:embed="Rb86f234f91704897" cstate="print"/>
          <a:stretch>
            <a:fillRect/>
          </a:stretch>
        </p:blipFill>
        <p:spPr>
          <a:xfrm>
            <a:off x="1180626" y="1600678"/>
            <a:ext cx="6782747" cy="4525007"/>
          </a:xfrm>
        </p:spPr>
      </p:pic>
      <p:sp>
        <p:nvSpPr>
          <p:cNvPr id="4" name="TextBox 3"/>
          <p:cNvSpPr txBox="1"/>
          <p:nvPr/>
        </p:nvSpPr>
        <p:spPr>
          <a:xfrm>
            <a:off x="457200" y="1272409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Gain (LHC - normalised)</a:t>
            </a:r>
            <a:endParaRPr lang="en-US" sz="1600" b="1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fe01fd85fb674cb1"/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pic>
        <p:nvPicPr>
          <p:cNvPr id="16" name="Content Placeholder 15" descr="polar-chart.png"/>
          <p:cNvPicPr>
            <a:picLocks noGrp="1" noChangeAspect="1"/>
          </p:cNvPicPr>
          <p:nvPr>
            <p:ph idx="1"/>
          </p:nvPr>
        </p:nvPicPr>
        <p:blipFill>
          <a:blip r:embed="Rd00438bdb21e45f8" cstate="print"/>
          <a:stretch>
            <a:fillRect/>
          </a:stretch>
        </p:blipFill>
        <p:spPr>
          <a:xfrm>
            <a:off x="1180626" y="1600678"/>
            <a:ext cx="6782747" cy="4525007"/>
          </a:xfrm>
        </p:spPr>
      </p:pic>
      <p:sp>
        <p:nvSpPr>
          <p:cNvPr id="4" name="TextBox 3"/>
          <p:cNvSpPr txBox="1"/>
          <p:nvPr/>
        </p:nvSpPr>
        <p:spPr>
          <a:xfrm>
            <a:off x="457200" y="1272409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Gain (RHC - normalised)</a:t>
            </a:r>
            <a:endParaRPr lang="en-US" sz="1600" b="1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ab5950b465194743"/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pic>
        <p:nvPicPr>
          <p:cNvPr id="16" name="Content Placeholder 15" descr="polar-chart.png"/>
          <p:cNvPicPr>
            <a:picLocks noGrp="1" noChangeAspect="1"/>
          </p:cNvPicPr>
          <p:nvPr>
            <p:ph idx="1"/>
          </p:nvPr>
        </p:nvPicPr>
        <p:blipFill>
          <a:blip r:embed="R176cf23e17584f22" cstate="print"/>
          <a:stretch>
            <a:fillRect/>
          </a:stretch>
        </p:blipFill>
        <p:spPr>
          <a:xfrm>
            <a:off x="1180626" y="1600678"/>
            <a:ext cx="6782747" cy="4525007"/>
          </a:xfrm>
        </p:spPr>
      </p:pic>
      <p:sp>
        <p:nvSpPr>
          <p:cNvPr id="4" name="TextBox 3"/>
          <p:cNvSpPr txBox="1"/>
          <p:nvPr/>
        </p:nvSpPr>
        <p:spPr>
          <a:xfrm>
            <a:off x="457200" y="1272409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Gain (Horizontal - normalised)</a:t>
            </a:r>
            <a:endParaRPr lang="en-US" sz="1600" b="1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5515754a6ef948a8"/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pic>
        <p:nvPicPr>
          <p:cNvPr id="16" name="Content Placeholder 15" descr="polar-chart.png"/>
          <p:cNvPicPr>
            <a:picLocks noGrp="1" noChangeAspect="1"/>
          </p:cNvPicPr>
          <p:nvPr>
            <p:ph idx="1"/>
          </p:nvPr>
        </p:nvPicPr>
        <p:blipFill>
          <a:blip r:embed="Rca0a5737cdde4fae" cstate="print"/>
          <a:stretch>
            <a:fillRect/>
          </a:stretch>
        </p:blipFill>
        <p:spPr>
          <a:xfrm>
            <a:off x="1180626" y="1600678"/>
            <a:ext cx="6782747" cy="4525007"/>
          </a:xfrm>
        </p:spPr>
      </p:pic>
      <p:sp>
        <p:nvSpPr>
          <p:cNvPr id="4" name="TextBox 3"/>
          <p:cNvSpPr txBox="1"/>
          <p:nvPr/>
        </p:nvSpPr>
        <p:spPr>
          <a:xfrm>
            <a:off x="457200" y="1272409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Gain (Vertical - normalised)</a:t>
            </a:r>
            <a:endParaRPr lang="en-US" sz="1600" b="1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4ab531e2f1eb4624"/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pic>
        <p:nvPicPr>
          <p:cNvPr id="16" name="Content Placeholder 15" descr="polar-chart.png"/>
          <p:cNvPicPr>
            <a:picLocks noGrp="1" noChangeAspect="1"/>
          </p:cNvPicPr>
          <p:nvPr>
            <p:ph idx="1"/>
          </p:nvPr>
        </p:nvPicPr>
        <p:blipFill>
          <a:blip r:embed="R64284c90633c4364" cstate="print"/>
          <a:stretch>
            <a:fillRect/>
          </a:stretch>
        </p:blipFill>
        <p:spPr>
          <a:xfrm>
            <a:off x="1180626" y="1600678"/>
            <a:ext cx="6782747" cy="4525007"/>
          </a:xfrm>
        </p:spPr>
      </p:pic>
      <p:sp>
        <p:nvSpPr>
          <p:cNvPr id="4" name="TextBox 3"/>
          <p:cNvSpPr txBox="1"/>
          <p:nvPr/>
        </p:nvSpPr>
        <p:spPr>
          <a:xfrm>
            <a:off x="457200" y="1272409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Axial Ratio (Handed)</a:t>
            </a:r>
            <a:endParaRPr lang="en-US" sz="1600" b="1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a25eddc12f2f433d"/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pic>
        <p:nvPicPr>
          <p:cNvPr id="16" name="Content Placeholder 15" descr="polar-chart.png"/>
          <p:cNvPicPr>
            <a:picLocks noGrp="1" noChangeAspect="1"/>
          </p:cNvPicPr>
          <p:nvPr>
            <p:ph idx="1"/>
          </p:nvPr>
        </p:nvPicPr>
        <p:blipFill>
          <a:blip r:embed="Ra3e0967738fb4c08" cstate="print"/>
          <a:stretch>
            <a:fillRect/>
          </a:stretch>
        </p:blipFill>
        <p:spPr>
          <a:xfrm>
            <a:off x="1180626" y="1600678"/>
            <a:ext cx="6782747" cy="4525007"/>
          </a:xfrm>
        </p:spPr>
      </p:pic>
      <p:sp>
        <p:nvSpPr>
          <p:cNvPr id="4" name="TextBox 3"/>
          <p:cNvSpPr txBox="1"/>
          <p:nvPr/>
        </p:nvSpPr>
        <p:spPr>
          <a:xfrm>
            <a:off x="457200" y="1272409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Axial Ratio (IEEE)</a:t>
            </a:r>
            <a:endParaRPr lang="en-US" sz="1600" b="1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0c35a9a7d62844c3"/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pic>
        <p:nvPicPr>
          <p:cNvPr id="16" name="Content Placeholder 15" descr="polar-chart.png"/>
          <p:cNvPicPr>
            <a:picLocks noGrp="1" noChangeAspect="1"/>
          </p:cNvPicPr>
          <p:nvPr>
            <p:ph idx="1"/>
          </p:nvPr>
        </p:nvPicPr>
        <p:blipFill>
          <a:blip r:embed="R59de3543344b4b8a" cstate="print"/>
          <a:stretch>
            <a:fillRect/>
          </a:stretch>
        </p:blipFill>
        <p:spPr>
          <a:xfrm>
            <a:off x="1180626" y="1600678"/>
            <a:ext cx="6782747" cy="4525007"/>
          </a:xfrm>
        </p:spPr>
      </p:pic>
      <p:sp>
        <p:nvSpPr>
          <p:cNvPr id="4" name="TextBox 3"/>
          <p:cNvSpPr txBox="1"/>
          <p:nvPr/>
        </p:nvSpPr>
        <p:spPr>
          <a:xfrm>
            <a:off x="457200" y="1272409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Ludwig III (Co)</a:t>
            </a:r>
            <a:endParaRPr lang="en-US" sz="1600" b="1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d46e9254804e456d"/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Angle @ f0</a:t>
            </a:r>
          </a:p>
        </p:txBody>
      </p:sp>
      <p:pic>
        <p:nvPicPr>
          <p:cNvPr id="16" name="Content Placeholder 15" descr="polar-chart.png"/>
          <p:cNvPicPr>
            <a:picLocks noGrp="1" noChangeAspect="1"/>
          </p:cNvPicPr>
          <p:nvPr>
            <p:ph idx="1"/>
          </p:nvPr>
        </p:nvPicPr>
        <p:blipFill>
          <a:blip r:embed="Rdbf3ec7e33444881" cstate="print"/>
          <a:stretch>
            <a:fillRect/>
          </a:stretch>
        </p:blipFill>
        <p:spPr>
          <a:xfrm>
            <a:off x="1180626" y="1600678"/>
            <a:ext cx="6782747" cy="4525007"/>
          </a:xfrm>
        </p:spPr>
      </p:pic>
      <p:sp>
        <p:nvSpPr>
          <p:cNvPr id="4" name="TextBox 3"/>
          <p:cNvSpPr txBox="1"/>
          <p:nvPr/>
        </p:nvSpPr>
        <p:spPr>
          <a:xfrm>
            <a:off x="457200" y="1272409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Ludwig III (Cross)</a:t>
            </a:r>
            <a:endParaRPr lang="en-US" sz="1600" b="1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Frequency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1bf47c24ad254c04"/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Frequency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f2b2d8c54dcf4b45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Frequency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ef83c8b514ea47cc"/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Frequency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c4b90603b8614cb2"/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Frequency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a1baae297c1a4125"/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Frequency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8c41545131334483"/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Frequency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604fc3ba6a0e48ab"/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Frequency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a1238fdbd0564bf0"/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wrap="none">
            <a:normAutofit/>
          </a:bodyPr>
          <a:lstStyle/>
          <a:p>
            <a:r>
              <a:rPr lang="en-US" sz="3200" dirty="0"/>
              <a:t>Far Field vs Frequency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224657"/>
              </p:ext>
            </p:extLst>
          </p:nvPr>
        </p:nvGraphicFramePr>
        <p:xfrm>
          <a:off x="457200" y="1219200"/>
          <a:ext cx="8229600" cy="490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441c21833ffa48f8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MagusTemplat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itleMaster">
  <a:themeElements>
    <a:clrScheme name="MagusThemeColours">
      <a:dk1>
        <a:srgbClr val="C54C00"/>
      </a:dk1>
      <a:lt1>
        <a:srgbClr val="FFFFFF"/>
      </a:lt1>
      <a:dk2>
        <a:srgbClr val="EAAB00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ubTitleMaster">
  <a:themeElements>
    <a:clrScheme name="MagusThemeColours">
      <a:dk1>
        <a:srgbClr val="C54C00"/>
      </a:dk1>
      <a:lt1>
        <a:srgbClr val="FFFFFF"/>
      </a:lt1>
      <a:dk2>
        <a:srgbClr val="EAAB00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rebuch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ubTitleMasterInvert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Theme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SecondSubTitleMaster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Theme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PageMaster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Theme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Antenna MagusTemplate 2012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_TitleMaster">
  <a:themeElements>
    <a:clrScheme name="MagusThemeColours">
      <a:dk1>
        <a:srgbClr val="C54C00"/>
      </a:dk1>
      <a:lt1>
        <a:srgbClr val="FFFFFF"/>
      </a:lt1>
      <a:dk2>
        <a:srgbClr val="EAAB00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tns:customPropertyEditors xmlns:tns="http://schemas.microsoft.com/office/2006/customDocumentInformationPanel">
  <tns:showOnOpen>false</tns:showOnOpen>
  <tns:defaultPropertyEditorNamespace>Standard properties</tns:defaultPropertyEditorNamespace>
</tns:customPropertyEditors>
</file>

<file path=customXml/itemProps1.xml><?xml version="1.0" encoding="utf-8"?>
<ds:datastoreItem xmlns:ds="http://schemas.openxmlformats.org/officeDocument/2006/customXml" ds:itemID="{0DFA40BD-EFC1-4DAE-A596-C8E6DFA70708}">
  <ds:schemaRefs>
    <ds:schemaRef ds:uri="http://schemas.microsoft.com/office/2006/customDocumentInformationPan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MagusTemplate</Template>
  <TotalTime>11121</TotalTime>
  <Words>67</Words>
  <Application>Microsoft Office PowerPoint</Application>
  <PresentationFormat>On-screen Show (4:3)</PresentationFormat>
  <Paragraphs>26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8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MagusTemplate</vt:lpstr>
      <vt:lpstr>TitleMaster</vt:lpstr>
      <vt:lpstr>SubTitleMaster</vt:lpstr>
      <vt:lpstr>SubTitleMasterInvert</vt:lpstr>
      <vt:lpstr>SecondSubTitleMaster</vt:lpstr>
      <vt:lpstr>PageMaster</vt:lpstr>
      <vt:lpstr>Antenna MagusTemplate 2012</vt:lpstr>
      <vt:lpstr>1_TitleMaster</vt:lpstr>
      <vt:lpstr>PowerPoint Presentation</vt:lpstr>
      <vt:lpstr>$info-doc-name</vt:lpstr>
      <vt:lpstr>$info-doc-name</vt:lpstr>
      <vt:lpstr>$slide-title</vt:lpstr>
      <vt:lpstr>$slide-title</vt:lpstr>
      <vt:lpstr>$title: $subtitle $page-count</vt:lpstr>
      <vt:lpstr>$info-doc-name</vt:lpstr>
      <vt:lpstr>$chart-group-title</vt:lpstr>
      <vt:lpstr>$chart-group-title</vt:lpstr>
      <vt:lpstr>$slide-title</vt:lpstr>
      <vt:lpstr>$chart-group-title $page-count</vt:lpstr>
    </vt:vector>
  </TitlesOfParts>
  <Company>Magus (Pty) Ltd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Antenna 3</dc:title>
  <dc:creator>Antenna Magus 15.1.0</dc:creator>
  <cp:lastModifiedBy>JP Beaurain</cp:lastModifiedBy>
  <cp:revision>423</cp:revision>
  <dcterms:created xsi:type="dcterms:W3CDTF">2009-05-28T12:22:26Z</dcterms:created>
  <dcterms:modified xsi:type="dcterms:W3CDTF">2013-02-05T13:36:24Z</dcterms:modified>
</cp:coreProperties>
</file>