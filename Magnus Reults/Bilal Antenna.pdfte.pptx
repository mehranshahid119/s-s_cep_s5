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harts/chart3.xml" ContentType="application/vnd.openxmlformats-officedocument.drawingml.chart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charts/chart5.xml" ContentType="application/vnd.openxmlformats-officedocument.drawingml.chart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charts/chart7.xml" ContentType="application/vnd.openxmlformats-officedocument.drawingml.chart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charts/chart8.xml" ContentType="application/vnd.openxmlformats-officedocument.drawingml.chart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charts/chart9.xml" ContentType="application/vnd.openxmlformats-officedocument.drawingml.chart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charts/chart10.xml" ContentType="application/vnd.openxmlformats-officedocument.drawingml.chart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harts/chart11.xml" ContentType="application/vnd.openxmlformats-officedocument.drawingml.chart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charts/chart12.xml" ContentType="application/vnd.openxmlformats-officedocument.drawingml.chart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charts/chart13.xml" ContentType="application/vnd.openxmlformats-officedocument.drawingml.chart+xml"/>
  <Override PartName="/ppt/slides/slide50.xml" ContentType="application/vnd.openxmlformats-officedocument.presentationml.slide+xml"/>
  <Override PartName="/ppt/charts/chart14.xml" ContentType="application/vnd.openxmlformats-officedocument.drawingml.chart+xml"/>
  <Override PartName="/ppt/slides/slide51.xml" ContentType="application/vnd.openxmlformats-officedocument.presentationml.slide+xml"/>
  <Override PartName="/ppt/charts/chart15.xml" ContentType="application/vnd.openxmlformats-officedocument.drawingml.chart+xml"/>
  <Override PartName="/ppt/slides/slide52.xml" ContentType="application/vnd.openxmlformats-officedocument.presentationml.slide+xml"/>
  <Override PartName="/ppt/charts/chart16.xml" ContentType="application/vnd.openxmlformats-officedocument.drawingml.chart+xml"/>
  <Override PartName="/ppt/slides/slide53.xml" ContentType="application/vnd.openxmlformats-officedocument.presentationml.slide+xml"/>
  <Override PartName="/ppt/charts/chart17.xml" ContentType="application/vnd.openxmlformats-officedocument.drawingml.chart+xml"/>
  <Override PartName="/ppt/slides/slide54.xml" ContentType="application/vnd.openxmlformats-officedocument.presentationml.slide+xml"/>
  <Override PartName="/ppt/charts/chart18.xml" ContentType="application/vnd.openxmlformats-officedocument.drawingml.chart+xml"/>
  <Override PartName="/ppt/slides/slide55.xml" ContentType="application/vnd.openxmlformats-officedocument.presentationml.slide+xml"/>
  <Override PartName="/ppt/charts/chart19.xml" ContentType="application/vnd.openxmlformats-officedocument.drawingml.chart+xml"/>
  <Override PartName="/ppt/slides/slide56.xml" ContentType="application/vnd.openxmlformats-officedocument.presentationml.slide+xml"/>
  <Override PartName="/ppt/charts/chart20.xml" ContentType="application/vnd.openxmlformats-officedocument.drawingml.chart+xml"/>
  <Override PartName="/ppt/slides/slide57.xml" ContentType="application/vnd.openxmlformats-officedocument.presentationml.slide+xml"/>
  <Override PartName="/ppt/charts/chart2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2"/>
    <p:sldMasterId id="2147483650" r:id="rId3"/>
    <p:sldMasterId id="2147483662" r:id="rId4"/>
    <p:sldMasterId id="2147483695" r:id="rId5"/>
    <p:sldMasterId id="2147483676" r:id="rId6"/>
    <p:sldMasterId id="2147483678" r:id="rId7"/>
    <p:sldMasterId id="2147483704" r:id="rId8"/>
    <p:sldMasterId id="2147483706" r:id="rId9"/>
  </p:sldMasterIdLst>
  <p:notesMasterIdLst>
    <p:notesMasterId r:id="rId21"/>
  </p:notesMasterIdLst>
  <p:sldIdLst>
    <p:sldId id="256" r:id="R93736c1830f74c0d"/>
    <p:sldId id="257" r:id="R64b1ee815f154291"/>
    <p:sldId id="258" r:id="R83cc1149764748b0"/>
    <p:sldId id="259" r:id="R88e7ec22a436428c"/>
    <p:sldId id="260" r:id="Rbd75b7b93fe3445e"/>
    <p:sldId id="261" r:id="R0af359cf21444cfe"/>
    <p:sldId id="262" r:id="R5fcac52d82b149f4"/>
    <p:sldId id="263" r:id="Ra664c615d85d4fdd"/>
    <p:sldId id="264" r:id="Re9d4ae88e4dc4d20"/>
    <p:sldId id="265" r:id="R530483b884a84f0f"/>
    <p:sldId id="266" r:id="Rb65e323a886a438f"/>
    <p:sldId id="267" r:id="R1ffc26861d81471c"/>
    <p:sldId id="268" r:id="R4c1d72bc3ae44183"/>
    <p:sldId id="269" r:id="Re505f242c94c4f72"/>
    <p:sldId id="270" r:id="R70547aa4359d4aa2"/>
    <p:sldId id="271" r:id="Ree19db71ac704a6c"/>
    <p:sldId id="272" r:id="R230c0c87187c4be1"/>
    <p:sldId id="273" r:id="Ra5b4520b6e5142b2"/>
    <p:sldId id="274" r:id="R26603347d5834e66"/>
    <p:sldId id="275" r:id="R05842ef6dd5b4fc8"/>
    <p:sldId id="276" r:id="Rcb2d2125c9d4400d"/>
    <p:sldId id="277" r:id="R0088ca48ebd544cf"/>
    <p:sldId id="278" r:id="R18e1eaed4c1e43e0"/>
    <p:sldId id="279" r:id="R0da9fbeec7724384"/>
    <p:sldId id="280" r:id="R21417a45bb204e53"/>
    <p:sldId id="281" r:id="Ra2263c7c7e2c4f54"/>
    <p:sldId id="282" r:id="R332fef496acf4537"/>
    <p:sldId id="283" r:id="Rc8e34d22a0b743a4"/>
    <p:sldId id="284" r:id="Rd58a65b442244cf7"/>
    <p:sldId id="285" r:id="R508e0ac83dea41aa"/>
    <p:sldId id="286" r:id="Rb7e4498c5c074c2b"/>
    <p:sldId id="287" r:id="R405c08c424c8452b"/>
    <p:sldId id="288" r:id="R1d4d3fa9fb704a42"/>
    <p:sldId id="289" r:id="Rc7b3fcd534b24012"/>
    <p:sldId id="290" r:id="R11744f6692e04dea"/>
    <p:sldId id="291" r:id="Rbe722ff851ae408d"/>
    <p:sldId id="292" r:id="Rf882c688d2fb4553"/>
    <p:sldId id="293" r:id="R2611d4d921a748da"/>
    <p:sldId id="294" r:id="R1ce968d508e3487a"/>
    <p:sldId id="295" r:id="R4c31d4177abf4482"/>
    <p:sldId id="296" r:id="R5966ca206395473b"/>
    <p:sldId id="297" r:id="Rb7404c0ba2d0483b"/>
    <p:sldId id="298" r:id="R0c4d6d95941c4d45"/>
    <p:sldId id="299" r:id="R8ce54bff4b9a48a6"/>
    <p:sldId id="300" r:id="Ra4627b884811456c"/>
    <p:sldId id="301" r:id="R04e0dddd64c74cb0"/>
    <p:sldId id="302" r:id="Ref7ff2bda6a942d6"/>
    <p:sldId id="303" r:id="R164fe9cb00a948e0"/>
    <p:sldId id="304" r:id="Re2959c62ae514539"/>
    <p:sldId id="305" r:id="Rd5fbd22ebd35428c"/>
    <p:sldId id="306" r:id="R6138e762e4f54e28"/>
    <p:sldId id="307" r:id="Rf1addd7ba1cb4f7e"/>
    <p:sldId id="308" r:id="Rf5496f625ebb4d2b"/>
    <p:sldId id="309" r:id="Rfba67ffaa2a44108"/>
    <p:sldId id="310" r:id="R9eebc2afbf234464"/>
    <p:sldId id="311" r:id="Ra8dbd8bb9645451f"/>
    <p:sldId id="312" r:id="R5995d79f6ff141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327"/>
    <a:srgbClr val="FF6600"/>
    <a:srgbClr val="4D4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748" autoAdjust="0"/>
  </p:normalViewPr>
  <p:slideViewPr>
    <p:cSldViewPr>
      <p:cViewPr>
        <p:scale>
          <a:sx n="98" d="100"/>
          <a:sy n="98" d="100"/>
        </p:scale>
        <p:origin x="-72" y="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7.xml" Id="rId8" /><Relationship Type="http://schemas.openxmlformats.org/officeDocument/2006/relationships/slideMaster" Target="slideMasters/slideMaster2.xml" Id="rId3" /><Relationship Type="http://schemas.openxmlformats.org/officeDocument/2006/relationships/notesMaster" Target="notesMasters/notesMaster1.xml" Id="rId21" /><Relationship Type="http://schemas.openxmlformats.org/officeDocument/2006/relationships/slideMaster" Target="slideMasters/slideMaster6.xml" Id="rId7" /><Relationship Type="http://schemas.openxmlformats.org/officeDocument/2006/relationships/tableStyles" Target="tableStyles.xml" Id="rId25" /><Relationship Type="http://schemas.openxmlformats.org/officeDocument/2006/relationships/slideMaster" Target="slideMasters/slideMaster1.xml" Id="rId2" /><Relationship Type="http://schemas.openxmlformats.org/officeDocument/2006/relationships/customXml" Target="../customXml/item1.xml" Id="rId1" /><Relationship Type="http://schemas.openxmlformats.org/officeDocument/2006/relationships/slideMaster" Target="slideMasters/slideMaster5.xml" Id="rId6" /><Relationship Type="http://schemas.openxmlformats.org/officeDocument/2006/relationships/theme" Target="theme/theme1.xml" Id="rId24" /><Relationship Type="http://schemas.openxmlformats.org/officeDocument/2006/relationships/slideMaster" Target="slideMasters/slideMaster4.xml" Id="rId5" /><Relationship Type="http://schemas.openxmlformats.org/officeDocument/2006/relationships/viewProps" Target="viewProps.xml" Id="rId23" /><Relationship Type="http://schemas.openxmlformats.org/officeDocument/2006/relationships/slideMaster" Target="slideMasters/slideMaster3.xml" Id="rId4" /><Relationship Type="http://schemas.openxmlformats.org/officeDocument/2006/relationships/slideMaster" Target="slideMasters/slideMaster8.xml" Id="rId9" /><Relationship Type="http://schemas.openxmlformats.org/officeDocument/2006/relationships/presProps" Target="presProps.xml" Id="rId22" /><Relationship Type="http://schemas.openxmlformats.org/officeDocument/2006/relationships/slide" Target="slides/slide1.xml" Id="R93736c1830f74c0d" /><Relationship Type="http://schemas.openxmlformats.org/officeDocument/2006/relationships/slide" Target="slides/slide2.xml" Id="R64b1ee815f154291" /><Relationship Type="http://schemas.openxmlformats.org/officeDocument/2006/relationships/slide" Target="slides/slide3.xml" Id="R83cc1149764748b0" /><Relationship Type="http://schemas.openxmlformats.org/officeDocument/2006/relationships/slide" Target="slides/slide4.xml" Id="R88e7ec22a436428c" /><Relationship Type="http://schemas.openxmlformats.org/officeDocument/2006/relationships/slide" Target="slides/slide5.xml" Id="Rbd75b7b93fe3445e" /><Relationship Type="http://schemas.openxmlformats.org/officeDocument/2006/relationships/slide" Target="slides/slide6.xml" Id="R0af359cf21444cfe" /><Relationship Type="http://schemas.openxmlformats.org/officeDocument/2006/relationships/slide" Target="slides/slide7.xml" Id="R5fcac52d82b149f4" /><Relationship Type="http://schemas.openxmlformats.org/officeDocument/2006/relationships/slide" Target="slides/slide8.xml" Id="Ra664c615d85d4fdd" /><Relationship Type="http://schemas.openxmlformats.org/officeDocument/2006/relationships/slide" Target="slides/slide9.xml" Id="Re9d4ae88e4dc4d20" /><Relationship Type="http://schemas.openxmlformats.org/officeDocument/2006/relationships/slide" Target="slides/slide10.xml" Id="R530483b884a84f0f" /><Relationship Type="http://schemas.openxmlformats.org/officeDocument/2006/relationships/slide" Target="slides/slide11.xml" Id="Rb65e323a886a438f" /><Relationship Type="http://schemas.openxmlformats.org/officeDocument/2006/relationships/slide" Target="slides/slide12.xml" Id="R1ffc26861d81471c" /><Relationship Type="http://schemas.openxmlformats.org/officeDocument/2006/relationships/slide" Target="slides/slide13.xml" Id="R4c1d72bc3ae44183" /><Relationship Type="http://schemas.openxmlformats.org/officeDocument/2006/relationships/slide" Target="slides/slide14.xml" Id="Re505f242c94c4f72" /><Relationship Type="http://schemas.openxmlformats.org/officeDocument/2006/relationships/slide" Target="slides/slide15.xml" Id="R70547aa4359d4aa2" /><Relationship Type="http://schemas.openxmlformats.org/officeDocument/2006/relationships/slide" Target="slides/slide16.xml" Id="Ree19db71ac704a6c" /><Relationship Type="http://schemas.openxmlformats.org/officeDocument/2006/relationships/slide" Target="slides/slide17.xml" Id="R230c0c87187c4be1" /><Relationship Type="http://schemas.openxmlformats.org/officeDocument/2006/relationships/slide" Target="slides/slide18.xml" Id="Ra5b4520b6e5142b2" /><Relationship Type="http://schemas.openxmlformats.org/officeDocument/2006/relationships/slide" Target="slides/slide19.xml" Id="R26603347d5834e66" /><Relationship Type="http://schemas.openxmlformats.org/officeDocument/2006/relationships/slide" Target="slides/slide20.xml" Id="R05842ef6dd5b4fc8" /><Relationship Type="http://schemas.openxmlformats.org/officeDocument/2006/relationships/slide" Target="slides/slide21.xml" Id="Rcb2d2125c9d4400d" /><Relationship Type="http://schemas.openxmlformats.org/officeDocument/2006/relationships/slide" Target="slides/slide22.xml" Id="R0088ca48ebd544cf" /><Relationship Type="http://schemas.openxmlformats.org/officeDocument/2006/relationships/slide" Target="slides/slide23.xml" Id="R18e1eaed4c1e43e0" /><Relationship Type="http://schemas.openxmlformats.org/officeDocument/2006/relationships/slide" Target="slides/slide24.xml" Id="R0da9fbeec7724384" /><Relationship Type="http://schemas.openxmlformats.org/officeDocument/2006/relationships/slide" Target="slides/slide25.xml" Id="R21417a45bb204e53" /><Relationship Type="http://schemas.openxmlformats.org/officeDocument/2006/relationships/slide" Target="slides/slide26.xml" Id="Ra2263c7c7e2c4f54" /><Relationship Type="http://schemas.openxmlformats.org/officeDocument/2006/relationships/slide" Target="slides/slide27.xml" Id="R332fef496acf4537" /><Relationship Type="http://schemas.openxmlformats.org/officeDocument/2006/relationships/slide" Target="slides/slide28.xml" Id="Rc8e34d22a0b743a4" /><Relationship Type="http://schemas.openxmlformats.org/officeDocument/2006/relationships/slide" Target="slides/slide29.xml" Id="Rd58a65b442244cf7" /><Relationship Type="http://schemas.openxmlformats.org/officeDocument/2006/relationships/slide" Target="slides/slide30.xml" Id="R508e0ac83dea41aa" /><Relationship Type="http://schemas.openxmlformats.org/officeDocument/2006/relationships/slide" Target="slides/slide31.xml" Id="Rb7e4498c5c074c2b" /><Relationship Type="http://schemas.openxmlformats.org/officeDocument/2006/relationships/slide" Target="slides/slide32.xml" Id="R405c08c424c8452b" /><Relationship Type="http://schemas.openxmlformats.org/officeDocument/2006/relationships/slide" Target="slides/slide33.xml" Id="R1d4d3fa9fb704a42" /><Relationship Type="http://schemas.openxmlformats.org/officeDocument/2006/relationships/slide" Target="slides/slide34.xml" Id="Rc7b3fcd534b24012" /><Relationship Type="http://schemas.openxmlformats.org/officeDocument/2006/relationships/slide" Target="slides/slide35.xml" Id="R11744f6692e04dea" /><Relationship Type="http://schemas.openxmlformats.org/officeDocument/2006/relationships/slide" Target="slides/slide36.xml" Id="Rbe722ff851ae408d" /><Relationship Type="http://schemas.openxmlformats.org/officeDocument/2006/relationships/slide" Target="slides/slide37.xml" Id="Rf882c688d2fb4553" /><Relationship Type="http://schemas.openxmlformats.org/officeDocument/2006/relationships/slide" Target="slides/slide38.xml" Id="R2611d4d921a748da" /><Relationship Type="http://schemas.openxmlformats.org/officeDocument/2006/relationships/slide" Target="slides/slide39.xml" Id="R1ce968d508e3487a" /><Relationship Type="http://schemas.openxmlformats.org/officeDocument/2006/relationships/slide" Target="slides/slide40.xml" Id="R4c31d4177abf4482" /><Relationship Type="http://schemas.openxmlformats.org/officeDocument/2006/relationships/slide" Target="slides/slide41.xml" Id="R5966ca206395473b" /><Relationship Type="http://schemas.openxmlformats.org/officeDocument/2006/relationships/slide" Target="slides/slide42.xml" Id="Rb7404c0ba2d0483b" /><Relationship Type="http://schemas.openxmlformats.org/officeDocument/2006/relationships/slide" Target="slides/slide43.xml" Id="R0c4d6d95941c4d45" /><Relationship Type="http://schemas.openxmlformats.org/officeDocument/2006/relationships/slide" Target="slides/slide44.xml" Id="R8ce54bff4b9a48a6" /><Relationship Type="http://schemas.openxmlformats.org/officeDocument/2006/relationships/slide" Target="slides/slide45.xml" Id="Ra4627b884811456c" /><Relationship Type="http://schemas.openxmlformats.org/officeDocument/2006/relationships/slide" Target="slides/slide46.xml" Id="R04e0dddd64c74cb0" /><Relationship Type="http://schemas.openxmlformats.org/officeDocument/2006/relationships/slide" Target="slides/slide47.xml" Id="Ref7ff2bda6a942d6" /><Relationship Type="http://schemas.openxmlformats.org/officeDocument/2006/relationships/slide" Target="slides/slide48.xml" Id="R164fe9cb00a948e0" /><Relationship Type="http://schemas.openxmlformats.org/officeDocument/2006/relationships/slide" Target="slides/slide49.xml" Id="Re2959c62ae514539" /><Relationship Type="http://schemas.openxmlformats.org/officeDocument/2006/relationships/slide" Target="slides/slide50.xml" Id="Rd5fbd22ebd35428c" /><Relationship Type="http://schemas.openxmlformats.org/officeDocument/2006/relationships/slide" Target="slides/slide51.xml" Id="R6138e762e4f54e28" /><Relationship Type="http://schemas.openxmlformats.org/officeDocument/2006/relationships/slide" Target="slides/slide52.xml" Id="Rf1addd7ba1cb4f7e" /><Relationship Type="http://schemas.openxmlformats.org/officeDocument/2006/relationships/slide" Target="slides/slide53.xml" Id="Rf5496f625ebb4d2b" /><Relationship Type="http://schemas.openxmlformats.org/officeDocument/2006/relationships/slide" Target="slides/slide54.xml" Id="Rfba67ffaa2a44108" /><Relationship Type="http://schemas.openxmlformats.org/officeDocument/2006/relationships/slide" Target="slides/slide55.xml" Id="R9eebc2afbf234464" /><Relationship Type="http://schemas.openxmlformats.org/officeDocument/2006/relationships/slide" Target="slides/slide56.xml" Id="Ra8dbd8bb9645451f" /><Relationship Type="http://schemas.openxmlformats.org/officeDocument/2006/relationships/slide" Target="slides/slide57.xml" Id="R5995d79f6ff14112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Input Impedance vs Frequency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Port 1 Real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234.824</c:v>
              </c:pt>
              <c:pt idx="1">
                <c:v>23.2676</c:v>
              </c:pt>
              <c:pt idx="2">
                <c:v>36.1119</c:v>
              </c:pt>
              <c:pt idx="3">
                <c:v>209.315</c:v>
              </c:pt>
              <c:pt idx="4">
                <c:v>231.586</c:v>
              </c:pt>
              <c:pt idx="5">
                <c:v>206.185</c:v>
              </c:pt>
              <c:pt idx="6">
                <c:v>197.78</c:v>
              </c:pt>
              <c:pt idx="7">
                <c:v>194.557</c:v>
              </c:pt>
              <c:pt idx="8">
                <c:v>192.258</c:v>
              </c:pt>
              <c:pt idx="9">
                <c:v>190.036</c:v>
              </c:pt>
              <c:pt idx="10">
                <c:v>187.864</c:v>
              </c:pt>
              <c:pt idx="11">
                <c:v>185.825</c:v>
              </c:pt>
              <c:pt idx="12">
                <c:v>183.972</c:v>
              </c:pt>
              <c:pt idx="13">
                <c:v>182.319</c:v>
              </c:pt>
              <c:pt idx="14">
                <c:v>180.862</c:v>
              </c:pt>
              <c:pt idx="15">
                <c:v>179.583</c:v>
              </c:pt>
              <c:pt idx="16">
                <c:v>178.462</c:v>
              </c:pt>
              <c:pt idx="17">
                <c:v>177.475</c:v>
              </c:pt>
              <c:pt idx="18">
                <c:v>176.6</c:v>
              </c:pt>
              <c:pt idx="19">
                <c:v>175.815</c:v>
              </c:pt>
              <c:pt idx="20">
                <c:v>175.098</c:v>
              </c:pt>
              <c:pt idx="21">
                <c:v>174.426</c:v>
              </c:pt>
              <c:pt idx="22">
                <c:v>173.776</c:v>
              </c:pt>
              <c:pt idx="23">
                <c:v>173.119</c:v>
              </c:pt>
              <c:pt idx="24">
                <c:v>172.426</c:v>
              </c:pt>
              <c:pt idx="25">
                <c:v>171.664</c:v>
              </c:pt>
              <c:pt idx="26">
                <c:v>170.793</c:v>
              </c:pt>
              <c:pt idx="27">
                <c:v>169.776</c:v>
              </c:pt>
              <c:pt idx="28">
                <c:v>168.576</c:v>
              </c:pt>
              <c:pt idx="29">
                <c:v>167.167</c:v>
              </c:pt>
              <c:pt idx="30">
                <c:v>165.546</c:v>
              </c:pt>
              <c:pt idx="31">
                <c:v>163.743</c:v>
              </c:pt>
              <c:pt idx="32">
                <c:v>161.837</c:v>
              </c:pt>
              <c:pt idx="33">
                <c:v>159.945</c:v>
              </c:pt>
              <c:pt idx="34">
                <c:v>158.207</c:v>
              </c:pt>
              <c:pt idx="35">
                <c:v>156.753</c:v>
              </c:pt>
              <c:pt idx="36">
                <c:v>155.668</c:v>
              </c:pt>
              <c:pt idx="37">
                <c:v>154.979</c:v>
              </c:pt>
              <c:pt idx="38">
                <c:v>154.654</c:v>
              </c:pt>
              <c:pt idx="39">
                <c:v>154.626</c:v>
              </c:pt>
              <c:pt idx="40">
                <c:v>154.81</c:v>
              </c:pt>
              <c:pt idx="41">
                <c:v>155.119</c:v>
              </c:pt>
              <c:pt idx="42">
                <c:v>155.474</c:v>
              </c:pt>
              <c:pt idx="43">
                <c:v>155.802</c:v>
              </c:pt>
              <c:pt idx="44">
                <c:v>156.038</c:v>
              </c:pt>
              <c:pt idx="45">
                <c:v>156.122</c:v>
              </c:pt>
              <c:pt idx="46">
                <c:v>155.996</c:v>
              </c:pt>
              <c:pt idx="47">
                <c:v>155.603</c:v>
              </c:pt>
              <c:pt idx="48">
                <c:v>154.894</c:v>
              </c:pt>
              <c:pt idx="49">
                <c:v>153.829</c:v>
              </c:pt>
              <c:pt idx="50">
                <c:v>152.391</c:v>
              </c:pt>
              <c:pt idx="51">
                <c:v>150.598</c:v>
              </c:pt>
              <c:pt idx="52">
                <c:v>148.514</c:v>
              </c:pt>
              <c:pt idx="53">
                <c:v>146.257</c:v>
              </c:pt>
              <c:pt idx="54">
                <c:v>143.991</c:v>
              </c:pt>
              <c:pt idx="55">
                <c:v>141.906</c:v>
              </c:pt>
              <c:pt idx="56">
                <c:v>140.19</c:v>
              </c:pt>
              <c:pt idx="57">
                <c:v>138.994</c:v>
              </c:pt>
              <c:pt idx="58">
                <c:v>138.411</c:v>
              </c:pt>
              <c:pt idx="59">
                <c:v>138.469</c:v>
              </c:pt>
              <c:pt idx="60">
                <c:v>139.139</c:v>
              </c:pt>
              <c:pt idx="61">
                <c:v>140.346</c:v>
              </c:pt>
              <c:pt idx="62">
                <c:v>141.977</c:v>
              </c:pt>
              <c:pt idx="63">
                <c:v>143.892</c:v>
              </c:pt>
              <c:pt idx="64">
                <c:v>145.917</c:v>
              </c:pt>
              <c:pt idx="65">
                <c:v>147.841</c:v>
              </c:pt>
              <c:pt idx="66">
                <c:v>149.418</c:v>
              </c:pt>
              <c:pt idx="67">
                <c:v>150.372</c:v>
              </c:pt>
              <c:pt idx="68">
                <c:v>150.437</c:v>
              </c:pt>
              <c:pt idx="69">
                <c:v>149.411</c:v>
              </c:pt>
              <c:pt idx="70">
                <c:v>147.228</c:v>
              </c:pt>
              <c:pt idx="71">
                <c:v>144.005</c:v>
              </c:pt>
              <c:pt idx="72">
                <c:v>140.045</c:v>
              </c:pt>
              <c:pt idx="73">
                <c:v>135.772</c:v>
              </c:pt>
              <c:pt idx="74">
                <c:v>131.641</c:v>
              </c:pt>
              <c:pt idx="75">
                <c:v>128.059</c:v>
              </c:pt>
              <c:pt idx="76">
                <c:v>125.341</c:v>
              </c:pt>
              <c:pt idx="77">
                <c:v>123.716</c:v>
              </c:pt>
              <c:pt idx="78">
                <c:v>123.345</c:v>
              </c:pt>
              <c:pt idx="79">
                <c:v>124.344</c:v>
              </c:pt>
              <c:pt idx="80">
                <c:v>126.79</c:v>
              </c:pt>
              <c:pt idx="81">
                <c:v>130.692</c:v>
              </c:pt>
              <c:pt idx="82">
                <c:v>135.921</c:v>
              </c:pt>
              <c:pt idx="83">
                <c:v>142.095</c:v>
              </c:pt>
              <c:pt idx="84">
                <c:v>148.441</c:v>
              </c:pt>
              <c:pt idx="85">
                <c:v>153.742</c:v>
              </c:pt>
              <c:pt idx="86">
                <c:v>156.53</c:v>
              </c:pt>
              <c:pt idx="87">
                <c:v>155.619</c:v>
              </c:pt>
              <c:pt idx="88">
                <c:v>150.729</c:v>
              </c:pt>
              <c:pt idx="89">
                <c:v>142.72</c:v>
              </c:pt>
              <c:pt idx="90">
                <c:v>133.195</c:v>
              </c:pt>
              <c:pt idx="91">
                <c:v>123.832</c:v>
              </c:pt>
              <c:pt idx="92">
                <c:v>115.932</c:v>
              </c:pt>
              <c:pt idx="93">
                <c:v>110.324</c:v>
              </c:pt>
              <c:pt idx="94">
                <c:v>107.496</c:v>
              </c:pt>
              <c:pt idx="95">
                <c:v>107.764</c:v>
              </c:pt>
              <c:pt idx="96">
                <c:v>111.421</c:v>
              </c:pt>
              <c:pt idx="97">
                <c:v>118.774</c:v>
              </c:pt>
              <c:pt idx="98">
                <c:v>129.98</c:v>
              </c:pt>
              <c:pt idx="99">
                <c:v>144.41</c:v>
              </c:pt>
              <c:pt idx="100">
                <c:v>159.298</c:v>
              </c:pt>
            </c:numLit>
          </c:yVal>
        </c:ser>
        <c:ser>
          <c:idx val="1"/>
          <c:order val="1"/>
          <c:tx>
            <c:v>Port 1 Imaginary</c:v>
          </c:tx>
          <c:spPr>
            <a:ln>
              <a:solidFill>
                <a:srgbClr val="E65D0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-377.469</c:v>
              </c:pt>
              <c:pt idx="1">
                <c:v>-125.159</c:v>
              </c:pt>
              <c:pt idx="2">
                <c:v>35.8219</c:v>
              </c:pt>
              <c:pt idx="3">
                <c:v>96.2728</c:v>
              </c:pt>
              <c:pt idx="4">
                <c:v>-13.625</c:v>
              </c:pt>
              <c:pt idx="5">
                <c:v>-32.3835</c:v>
              </c:pt>
              <c:pt idx="6">
                <c:v>-35.3508</c:v>
              </c:pt>
              <c:pt idx="7">
                <c:v>-38.0354</c:v>
              </c:pt>
              <c:pt idx="8">
                <c:v>-40.9303</c:v>
              </c:pt>
              <c:pt idx="9">
                <c:v>-43.5223</c:v>
              </c:pt>
              <c:pt idx="10">
                <c:v>-45.6357</c:v>
              </c:pt>
              <c:pt idx="11">
                <c:v>-47.3016</c:v>
              </c:pt>
              <c:pt idx="12">
                <c:v>-48.6133</c:v>
              </c:pt>
              <c:pt idx="13">
                <c:v>-49.6659</c:v>
              </c:pt>
              <c:pt idx="14">
                <c:v>-50.5385</c:v>
              </c:pt>
              <c:pt idx="15">
                <c:v>-51.2924</c:v>
              </c:pt>
              <c:pt idx="16">
                <c:v>-51.9745</c:v>
              </c:pt>
              <c:pt idx="17">
                <c:v>-52.6203</c:v>
              </c:pt>
              <c:pt idx="18">
                <c:v>-53.2576</c:v>
              </c:pt>
              <c:pt idx="19">
                <c:v>-53.9084</c:v>
              </c:pt>
              <c:pt idx="20">
                <c:v>-54.5902</c:v>
              </c:pt>
              <c:pt idx="21">
                <c:v>-55.3177</c:v>
              </c:pt>
              <c:pt idx="22">
                <c:v>-56.102</c:v>
              </c:pt>
              <c:pt idx="23">
                <c:v>-56.9514</c:v>
              </c:pt>
              <c:pt idx="24">
                <c:v>-57.8692</c:v>
              </c:pt>
              <c:pt idx="25">
                <c:v>-58.8528</c:v>
              </c:pt>
              <c:pt idx="26">
                <c:v>-59.8901</c:v>
              </c:pt>
              <c:pt idx="27">
                <c:v>-60.9559</c:v>
              </c:pt>
              <c:pt idx="28">
                <c:v>-62.008</c:v>
              </c:pt>
              <c:pt idx="29">
                <c:v>-62.9842</c:v>
              </c:pt>
              <c:pt idx="30">
                <c:v>-63.8034</c:v>
              </c:pt>
              <c:pt idx="31">
                <c:v>-64.3741</c:v>
              </c:pt>
              <c:pt idx="32">
                <c:v>-64.613</c:v>
              </c:pt>
              <c:pt idx="33">
                <c:v>-64.4703</c:v>
              </c:pt>
              <c:pt idx="34">
                <c:v>-63.9527</c:v>
              </c:pt>
              <c:pt idx="35">
                <c:v>-63.1314</c:v>
              </c:pt>
              <c:pt idx="36">
                <c:v>-62.1271</c:v>
              </c:pt>
              <c:pt idx="37">
                <c:v>-61.08</c:v>
              </c:pt>
              <c:pt idx="38">
                <c:v>-60.1184</c:v>
              </c:pt>
              <c:pt idx="39">
                <c:v>-59.3396</c:v>
              </c:pt>
              <c:pt idx="40">
                <c:v>-58.8048</c:v>
              </c:pt>
              <c:pt idx="41">
                <c:v>-58.5439</c:v>
              </c:pt>
              <c:pt idx="42">
                <c:v>-58.564</c:v>
              </c:pt>
              <c:pt idx="43">
                <c:v>-58.8569</c:v>
              </c:pt>
              <c:pt idx="44">
                <c:v>-59.4043</c:v>
              </c:pt>
              <c:pt idx="45">
                <c:v>-60.1789</c:v>
              </c:pt>
              <c:pt idx="46">
                <c:v>-61.1441</c:v>
              </c:pt>
              <c:pt idx="47">
                <c:v>-62.2501</c:v>
              </c:pt>
              <c:pt idx="48">
                <c:v>-63.4301</c:v>
              </c:pt>
              <c:pt idx="49">
                <c:v>-64.597</c:v>
              </c:pt>
              <c:pt idx="50">
                <c:v>-65.6421</c:v>
              </c:pt>
              <c:pt idx="51">
                <c:v>-66.4399</c:v>
              </c:pt>
              <c:pt idx="52">
                <c:v>-66.8614</c:v>
              </c:pt>
              <c:pt idx="53">
                <c:v>-66.7948</c:v>
              </c:pt>
              <c:pt idx="54">
                <c:v>-66.1712</c:v>
              </c:pt>
              <c:pt idx="55">
                <c:v>-64.9867</c:v>
              </c:pt>
              <c:pt idx="56">
                <c:v>-63.3113</c:v>
              </c:pt>
              <c:pt idx="57">
                <c:v>-61.2801</c:v>
              </c:pt>
              <c:pt idx="58">
                <c:v>-59.0715</c:v>
              </c:pt>
              <c:pt idx="59">
                <c:v>-56.8789</c:v>
              </c:pt>
              <c:pt idx="60">
                <c:v>-54.8887</c:v>
              </c:pt>
              <c:pt idx="61">
                <c:v>-53.267</c:v>
              </c:pt>
              <c:pt idx="62">
                <c:v>-52.1556</c:v>
              </c:pt>
              <c:pt idx="63">
                <c:v>-51.6712</c:v>
              </c:pt>
              <c:pt idx="64">
                <c:v>-51.904</c:v>
              </c:pt>
              <c:pt idx="65">
                <c:v>-52.908</c:v>
              </c:pt>
              <c:pt idx="66">
                <c:v>-54.6818</c:v>
              </c:pt>
              <c:pt idx="67">
                <c:v>-57.1396</c:v>
              </c:pt>
              <c:pt idx="68">
                <c:v>-60.0831</c:v>
              </c:pt>
              <c:pt idx="69">
                <c:v>-63.1904</c:v>
              </c:pt>
              <c:pt idx="70">
                <c:v>-66.0432</c:v>
              </c:pt>
              <c:pt idx="71">
                <c:v>-68.2002</c:v>
              </c:pt>
              <c:pt idx="72">
                <c:v>-69.2955</c:v>
              </c:pt>
              <c:pt idx="73">
                <c:v>-69.1186</c:v>
              </c:pt>
              <c:pt idx="74">
                <c:v>-67.6428</c:v>
              </c:pt>
              <c:pt idx="75">
                <c:v>-64.997</c:v>
              </c:pt>
              <c:pt idx="76">
                <c:v>-61.4097</c:v>
              </c:pt>
              <c:pt idx="77">
                <c:v>-57.1584</c:v>
              </c:pt>
              <c:pt idx="78">
                <c:v>-52.5439</c:v>
              </c:pt>
              <c:pt idx="79">
                <c:v>-47.8928</c:v>
              </c:pt>
              <c:pt idx="80">
                <c:v>-43.5816</c:v>
              </c:pt>
              <c:pt idx="81">
                <c:v>-40.0714</c:v>
              </c:pt>
              <c:pt idx="82">
                <c:v>-37.9303</c:v>
              </c:pt>
              <c:pt idx="83">
                <c:v>-37.8067</c:v>
              </c:pt>
              <c:pt idx="84">
                <c:v>-40.2965</c:v>
              </c:pt>
              <c:pt idx="85">
                <c:v>-45.6599</c:v>
              </c:pt>
              <c:pt idx="86">
                <c:v>-53.452</c:v>
              </c:pt>
              <c:pt idx="87">
                <c:v>-62.3295</c:v>
              </c:pt>
              <c:pt idx="88">
                <c:v>-70.3482</c:v>
              </c:pt>
              <c:pt idx="89">
                <c:v>-75.7035</c:v>
              </c:pt>
              <c:pt idx="90">
                <c:v>-77.3915</c:v>
              </c:pt>
              <c:pt idx="91">
                <c:v>-75.3489</c:v>
              </c:pt>
              <c:pt idx="92">
                <c:v>-70.1528</c:v>
              </c:pt>
              <c:pt idx="93">
                <c:v>-62.6347</c:v>
              </c:pt>
              <c:pt idx="94">
                <c:v>-53.6393</c:v>
              </c:pt>
              <c:pt idx="95">
                <c:v>-43.9619</c:v>
              </c:pt>
              <c:pt idx="96">
                <c:v>-34.4262</c:v>
              </c:pt>
              <c:pt idx="97">
                <c:v>-26.0828</c:v>
              </c:pt>
              <c:pt idx="98">
                <c:v>-20.524</c:v>
              </c:pt>
              <c:pt idx="99">
                <c:v>-20.1722</c:v>
              </c:pt>
              <c:pt idx="100">
                <c:v>-27.8309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235"/>
          <c:min val="-378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Impedance (Ω)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Reflection coefficient (20log|Γ|)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Port 1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-2.7141006765958835</c:v>
              </c:pt>
              <c:pt idx="1">
                <c:v>-1.5981920147809838</c:v>
              </c:pt>
              <c:pt idx="2">
                <c:v>-4.27262673730276</c:v>
              </c:pt>
              <c:pt idx="3">
                <c:v>-9.69842390572674</c:v>
              </c:pt>
              <c:pt idx="4">
                <c:v>-12.075371517299914</c:v>
              </c:pt>
              <c:pt idx="5">
                <c:v>-13.476687752883388</c:v>
              </c:pt>
              <c:pt idx="6">
                <c:v>-14.003557547083734</c:v>
              </c:pt>
              <c:pt idx="7">
                <c:v>-14.087851549702656</c:v>
              </c:pt>
              <c:pt idx="8">
                <c:v>-14.054289351039193</c:v>
              </c:pt>
              <c:pt idx="9">
                <c:v>-14.013754450073172</c:v>
              </c:pt>
              <c:pt idx="10">
                <c:v>-13.9888403299405</c:v>
              </c:pt>
              <c:pt idx="11">
                <c:v>-13.978000958253393</c:v>
              </c:pt>
              <c:pt idx="12">
                <c:v>-13.975410542953766</c:v>
              </c:pt>
              <c:pt idx="13">
                <c:v>-13.975981784984397</c:v>
              </c:pt>
              <c:pt idx="14">
                <c:v>-13.975717058991101</c:v>
              </c:pt>
              <c:pt idx="15">
                <c:v>-13.971990186558205</c:v>
              </c:pt>
              <c:pt idx="16">
                <c:v>-13.962853188305184</c:v>
              </c:pt>
              <c:pt idx="17">
                <c:v>-13.947123375084868</c:v>
              </c:pt>
              <c:pt idx="18">
                <c:v>-13.923870027444412</c:v>
              </c:pt>
              <c:pt idx="19">
                <c:v>-13.892460552735741</c:v>
              </c:pt>
              <c:pt idx="20">
                <c:v>-13.852506439822861</c:v>
              </c:pt>
              <c:pt idx="21">
                <c:v>-13.803775349882137</c:v>
              </c:pt>
              <c:pt idx="22">
                <c:v>-13.746253727230984</c:v>
              </c:pt>
              <c:pt idx="23">
                <c:v>-13.680308169821572</c:v>
              </c:pt>
              <c:pt idx="24">
                <c:v>-13.60663115807046</c:v>
              </c:pt>
              <c:pt idx="25">
                <c:v>-13.526456870986108</c:v>
              </c:pt>
              <c:pt idx="26">
                <c:v>-13.441967371081983</c:v>
              </c:pt>
              <c:pt idx="27">
                <c:v>-13.356255515155455</c:v>
              </c:pt>
              <c:pt idx="28">
                <c:v>-13.273833460844033</c:v>
              </c:pt>
              <c:pt idx="29">
                <c:v>-13.200708411256059</c:v>
              </c:pt>
              <c:pt idx="30">
                <c:v>-13.144279367419664</c:v>
              </c:pt>
              <c:pt idx="31">
                <c:v>-13.112804749995988</c:v>
              </c:pt>
              <c:pt idx="32">
                <c:v>-13.113924674775486</c:v>
              </c:pt>
              <c:pt idx="33">
                <c:v>-13.152834562313826</c:v>
              </c:pt>
              <c:pt idx="34">
                <c:v>-13.230000220631283</c:v>
              </c:pt>
              <c:pt idx="35">
                <c:v>-13.339690187168143</c:v>
              </c:pt>
              <c:pt idx="36">
                <c:v>-13.470315428599552</c:v>
              </c:pt>
              <c:pt idx="37">
                <c:v>-13.606534227250002</c:v>
              </c:pt>
              <c:pt idx="38">
                <c:v>-13.73256485539607</c:v>
              </c:pt>
              <c:pt idx="39">
                <c:v>-13.835080177137689</c:v>
              </c:pt>
              <c:pt idx="40">
                <c:v>-13.90494945545851</c:v>
              </c:pt>
              <c:pt idx="41">
                <c:v>-13.937541716913218</c:v>
              </c:pt>
              <c:pt idx="42">
                <c:v>-13.932032380009687</c:v>
              </c:pt>
              <c:pt idx="43">
                <c:v>-13.890416322815923</c:v>
              </c:pt>
              <c:pt idx="44">
                <c:v>-13.816486796042174</c:v>
              </c:pt>
              <c:pt idx="45">
                <c:v>-13.715265858117787</c:v>
              </c:pt>
              <c:pt idx="46">
                <c:v>-13.592596796807189</c:v>
              </c:pt>
              <c:pt idx="47">
                <c:v>-13.45520339239256</c:v>
              </c:pt>
              <c:pt idx="48">
                <c:v>-13.310747929715372</c:v>
              </c:pt>
              <c:pt idx="49">
                <c:v>-13.168020849674686</c:v>
              </c:pt>
              <c:pt idx="50">
                <c:v>-13.037123662391757</c:v>
              </c:pt>
              <c:pt idx="51">
                <c:v>-12.929434339829378</c:v>
              </c:pt>
              <c:pt idx="52">
                <c:v>-12.85716424846065</c:v>
              </c:pt>
              <c:pt idx="53">
                <c:v>-12.832573238848976</c:v>
              </c:pt>
              <c:pt idx="54">
                <c:v>-12.866547235825065</c:v>
              </c:pt>
              <c:pt idx="55">
                <c:v>-12.966733089196122</c:v>
              </c:pt>
              <c:pt idx="56">
                <c:v>-13.13565250313367</c:v>
              </c:pt>
              <c:pt idx="57">
                <c:v>-13.368964267769417</c:v>
              </c:pt>
              <c:pt idx="58">
                <c:v>-13.654262881666314</c:v>
              </c:pt>
              <c:pt idx="59">
                <c:v>-13.970879706062608</c:v>
              </c:pt>
              <c:pt idx="60">
                <c:v>-14.290440495391426</c:v>
              </c:pt>
              <c:pt idx="61">
                <c:v>-14.578563178745615</c:v>
              </c:pt>
              <c:pt idx="62">
                <c:v>-14.798113535718556</c:v>
              </c:pt>
              <c:pt idx="63">
                <c:v>-14.915062111497816</c:v>
              </c:pt>
              <c:pt idx="64">
                <c:v>-14.905520896764184</c:v>
              </c:pt>
              <c:pt idx="65">
                <c:v>-14.762579295952323</c:v>
              </c:pt>
              <c:pt idx="66">
                <c:v>-14.499026988881941</c:v>
              </c:pt>
              <c:pt idx="67">
                <c:v>-14.14455529242721</c:v>
              </c:pt>
              <c:pt idx="68">
                <c:v>-13.73887488855032</c:v>
              </c:pt>
              <c:pt idx="69">
                <c:v>-13.324260464489068</c:v>
              </c:pt>
              <c:pt idx="70">
                <c:v>-12.940007289727436</c:v>
              </c:pt>
              <c:pt idx="71">
                <c:v>-12.619340915604598</c:v>
              </c:pt>
              <c:pt idx="72">
                <c:v>-12.388543483187265</c:v>
              </c:pt>
              <c:pt idx="73">
                <c:v>-12.26747684779844</c:v>
              </c:pt>
              <c:pt idx="74">
                <c:v>-12.270936045906478</c:v>
              </c:pt>
              <c:pt idx="75">
                <c:v>-12.410690279214425</c:v>
              </c:pt>
              <c:pt idx="76">
                <c:v>-12.6972786641595</c:v>
              </c:pt>
              <c:pt idx="77">
                <c:v>-13.141585861922083</c:v>
              </c:pt>
              <c:pt idx="78">
                <c:v>-13.753806598477896</c:v>
              </c:pt>
              <c:pt idx="79">
                <c:v>-14.537318260477711</c:v>
              </c:pt>
              <c:pt idx="80">
                <c:v>-15.469968856059658</c:v>
              </c:pt>
              <c:pt idx="81">
                <c:v>-16.458734006146351</c:v>
              </c:pt>
              <c:pt idx="82">
                <c:v>-17.267337565868793</c:v>
              </c:pt>
              <c:pt idx="83">
                <c:v>-17.520531376150636</c:v>
              </c:pt>
              <c:pt idx="84">
                <c:v>-16.993239387024559</c:v>
              </c:pt>
              <c:pt idx="85">
                <c:v>-15.895736228549781</c:v>
              </c:pt>
              <c:pt idx="86">
                <c:v>-14.6243051978425</c:v>
              </c:pt>
              <c:pt idx="87">
                <c:v>-13.44518064860363</c:v>
              </c:pt>
              <c:pt idx="88">
                <c:v>-12.471961761228227</c:v>
              </c:pt>
              <c:pt idx="89">
                <c:v>-11.739940710579726</c:v>
              </c:pt>
              <c:pt idx="90">
                <c:v>-11.257380623384325</c:v>
              </c:pt>
              <c:pt idx="91">
                <c:v>-11.030040337501603</c:v>
              </c:pt>
              <c:pt idx="92">
                <c:v>-11.072953853081586</c:v>
              </c:pt>
              <c:pt idx="93">
                <c:v>-11.417955161520158</c:v>
              </c:pt>
              <c:pt idx="94">
                <c:v>-12.122714954557</c:v>
              </c:pt>
              <c:pt idx="95">
                <c:v>-13.285176960246632</c:v>
              </c:pt>
              <c:pt idx="96">
                <c:v>-15.074229804678239</c:v>
              </c:pt>
              <c:pt idx="97">
                <c:v>-17.768240514409793</c:v>
              </c:pt>
              <c:pt idx="98">
                <c:v>-21.477990928748511</c:v>
              </c:pt>
              <c:pt idx="99">
                <c:v>-22.802866812163902</c:v>
              </c:pt>
              <c:pt idx="100">
                <c:v>-18.963939315241095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-1"/>
          <c:min val="-2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Reflection coefficient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VSWR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Port 1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6.45255972422485</c:v>
              </c:pt>
              <c:pt idx="1">
                <c:v>10.900293798328693</c:v>
              </c:pt>
              <c:pt idx="2">
                <c:v>4.1474865632929188</c:v>
              </c:pt>
              <c:pt idx="3">
                <c:v>1.9735359658077902</c:v>
              </c:pt>
              <c:pt idx="4">
                <c:v>1.6631810663372104</c:v>
              </c:pt>
              <c:pt idx="5">
                <c:v>1.5378034687204678</c:v>
              </c:pt>
              <c:pt idx="6">
                <c:v>1.4982653504595309</c:v>
              </c:pt>
              <c:pt idx="7">
                <c:v>1.4922687889338955</c:v>
              </c:pt>
              <c:pt idx="8">
                <c:v>1.4946459392422811</c:v>
              </c:pt>
              <c:pt idx="9">
                <c:v>1.4975353192733707</c:v>
              </c:pt>
              <c:pt idx="10">
                <c:v>1.4993212732180021</c:v>
              </c:pt>
              <c:pt idx="11">
                <c:v>1.5001006875498688</c:v>
              </c:pt>
              <c:pt idx="12">
                <c:v>1.5002871696707181</c:v>
              </c:pt>
              <c:pt idx="13">
                <c:v>1.500246039199624</c:v>
              </c:pt>
              <c:pt idx="14">
                <c:v>1.5002650994508009</c:v>
              </c:pt>
              <c:pt idx="15">
                <c:v>1.5005335265064395</c:v>
              </c:pt>
              <c:pt idx="16">
                <c:v>1.5011923482865186</c:v>
              </c:pt>
              <c:pt idx="17">
                <c:v>1.502328984283998</c:v>
              </c:pt>
              <c:pt idx="18">
                <c:v>1.5040149463530184</c:v>
              </c:pt>
              <c:pt idx="19">
                <c:v>1.5063030666055879</c:v>
              </c:pt>
              <c:pt idx="20">
                <c:v>1.5092317184907968</c:v>
              </c:pt>
              <c:pt idx="21">
                <c:v>1.5128313617279587</c:v>
              </c:pt>
              <c:pt idx="22">
                <c:v>1.5171198490531219</c:v>
              </c:pt>
              <c:pt idx="23">
                <c:v>1.5220896919233007</c:v>
              </c:pt>
              <c:pt idx="24">
                <c:v>1.527710559958249</c:v>
              </c:pt>
              <c:pt idx="25">
                <c:v>1.5339104466150622</c:v>
              </c:pt>
              <c:pt idx="26">
                <c:v>1.5405397332383226</c:v>
              </c:pt>
              <c:pt idx="27">
                <c:v>1.5473672115989987</c:v>
              </c:pt>
              <c:pt idx="28">
                <c:v>1.5540316932080909</c:v>
              </c:pt>
              <c:pt idx="29">
                <c:v>1.5600272632276466</c:v>
              </c:pt>
              <c:pt idx="30">
                <c:v>1.5647080297609668</c:v>
              </c:pt>
              <c:pt idx="31">
                <c:v>1.5673395731713391</c:v>
              </c:pt>
              <c:pt idx="32">
                <c:v>1.5672456815014641</c:v>
              </c:pt>
              <c:pt idx="33">
                <c:v>1.5639953196273151</c:v>
              </c:pt>
              <c:pt idx="34">
                <c:v>1.5576161680988641</c:v>
              </c:pt>
              <c:pt idx="35">
                <c:v>1.548698791487942</c:v>
              </c:pt>
              <c:pt idx="36">
                <c:v>1.5383044023470407</c:v>
              </c:pt>
              <c:pt idx="37">
                <c:v>1.5277180028964985</c:v>
              </c:pt>
              <c:pt idx="38">
                <c:v>1.5181467720253439</c:v>
              </c:pt>
              <c:pt idx="39">
                <c:v>1.5105154494887902</c:v>
              </c:pt>
              <c:pt idx="40">
                <c:v>1.505391782067715</c:v>
              </c:pt>
              <c:pt idx="41">
                <c:v>1.5030228716653078</c:v>
              </c:pt>
              <c:pt idx="42">
                <c:v>1.5034223696840001</c:v>
              </c:pt>
              <c:pt idx="43">
                <c:v>1.5064524170663243</c:v>
              </c:pt>
              <c:pt idx="44">
                <c:v>1.5118894547567296</c:v>
              </c:pt>
              <c:pt idx="45">
                <c:v>1.5194480419062364</c:v>
              </c:pt>
              <c:pt idx="46">
                <c:v>1.5287895258703814</c:v>
              </c:pt>
              <c:pt idx="47">
                <c:v>1.539494634750916</c:v>
              </c:pt>
              <c:pt idx="48">
                <c:v>1.5510347344422544</c:v>
              </c:pt>
              <c:pt idx="49">
                <c:v>1.5627328918205312</c:v>
              </c:pt>
              <c:pt idx="50">
                <c:v>1.573728711750882</c:v>
              </c:pt>
              <c:pt idx="51">
                <c:v>1.5829724943462156</c:v>
              </c:pt>
              <c:pt idx="52">
                <c:v>1.5892784240212858</c:v>
              </c:pt>
              <c:pt idx="53">
                <c:v>1.5914431812990713</c:v>
              </c:pt>
              <c:pt idx="54">
                <c:v>1.5884550001852529</c:v>
              </c:pt>
              <c:pt idx="55">
                <c:v>1.5797503604865828</c:v>
              </c:pt>
              <c:pt idx="56">
                <c:v>1.565427823585908</c:v>
              </c:pt>
              <c:pt idx="57">
                <c:v>1.5463482975991341</c:v>
              </c:pt>
              <c:pt idx="58">
                <c:v>1.5240684030587883</c:v>
              </c:pt>
              <c:pt idx="59">
                <c:v>1.5006135420105993</c:v>
              </c:pt>
              <c:pt idx="60">
                <c:v>1.4782064891144016</c:v>
              </c:pt>
              <c:pt idx="61">
                <c:v>1.4590229803586352</c:v>
              </c:pt>
              <c:pt idx="62">
                <c:v>1.4450165046966561</c:v>
              </c:pt>
              <c:pt idx="63">
                <c:v>1.4377621689459399</c:v>
              </c:pt>
              <c:pt idx="64">
                <c:v>1.4383487553190752</c:v>
              </c:pt>
              <c:pt idx="65">
                <c:v>1.4472487690373768</c:v>
              </c:pt>
              <c:pt idx="66">
                <c:v>1.4642256386459007</c:v>
              </c:pt>
              <c:pt idx="67">
                <c:v>1.4882835646070058</c:v>
              </c:pt>
              <c:pt idx="68">
                <c:v>1.5176730956409388</c:v>
              </c:pt>
              <c:pt idx="69">
                <c:v>1.5499426300911603</c:v>
              </c:pt>
              <c:pt idx="70">
                <c:v>1.5820569034871677</c:v>
              </c:pt>
              <c:pt idx="71">
                <c:v>1.6106302595406772</c:v>
              </c:pt>
              <c:pt idx="72">
                <c:v>1.6322713108497038</c:v>
              </c:pt>
              <c:pt idx="73">
                <c:v>1.6440034131010413</c:v>
              </c:pt>
              <c:pt idx="74">
                <c:v>1.6436644603549431</c:v>
              </c:pt>
              <c:pt idx="75">
                <c:v>1.6301539362712336</c:v>
              </c:pt>
              <c:pt idx="76">
                <c:v>1.6035296209025363</c:v>
              </c:pt>
              <c:pt idx="77">
                <c:v>1.5649326458346153</c:v>
              </c:pt>
              <c:pt idx="78">
                <c:v>1.5165542919218382</c:v>
              </c:pt>
              <c:pt idx="79">
                <c:v>1.4617122192634506</c:v>
              </c:pt>
              <c:pt idx="80">
                <c:v>1.4051812801202228</c:v>
              </c:pt>
              <c:pt idx="81">
                <c:v>1.3538719443489473</c:v>
              </c:pt>
              <c:pt idx="82">
                <c:v>1.3174230362105313</c:v>
              </c:pt>
              <c:pt idx="83">
                <c:v>1.3069043296862486</c:v>
              </c:pt>
              <c:pt idx="84">
                <c:v>1.3292750332652308</c:v>
              </c:pt>
              <c:pt idx="85">
                <c:v>1.3820959550979144</c:v>
              </c:pt>
              <c:pt idx="86">
                <c:v>1.45606223010921</c:v>
              </c:pt>
              <c:pt idx="87">
                <c:v>1.5402857916650123</c:v>
              </c:pt>
              <c:pt idx="88">
                <c:v>1.6243416069221566</c:v>
              </c:pt>
              <c:pt idx="89">
                <c:v>1.6984109829447824</c:v>
              </c:pt>
              <c:pt idx="90">
                <c:v>1.7533394872127526</c:v>
              </c:pt>
              <c:pt idx="91">
                <c:v>1.7811198840289972</c:v>
              </c:pt>
              <c:pt idx="92">
                <c:v>1.7757769519384283</c:v>
              </c:pt>
              <c:pt idx="93">
                <c:v>1.7344731067426773</c:v>
              </c:pt>
              <c:pt idx="94">
                <c:v>1.6583894376522745</c:v>
              </c:pt>
              <c:pt idx="95">
                <c:v>1.5531086477301348</c:v>
              </c:pt>
              <c:pt idx="96">
                <c:v>1.4281117890813091</c:v>
              </c:pt>
              <c:pt idx="97">
                <c:v>1.2969941252315982</c:v>
              </c:pt>
              <c:pt idx="98">
                <c:v>1.1842478229930604</c:v>
              </c:pt>
              <c:pt idx="99">
                <c:v>1.1561475353683779</c:v>
              </c:pt>
              <c:pt idx="100">
                <c:v>1.2539494034937511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6"/>
          <c:min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VSWR 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(Total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-14.344580451957331</c:v>
              </c:pt>
              <c:pt idx="1">
                <c:v>-14.525678810630847</c:v>
              </c:pt>
              <c:pt idx="2">
                <c:v>-15.057138734899087</c:v>
              </c:pt>
              <c:pt idx="3">
                <c:v>-15.979338279425516</c:v>
              </c:pt>
              <c:pt idx="4">
                <c:v>-17.339227677809234</c:v>
              </c:pt>
              <c:pt idx="5">
                <c:v>-19.165156812360127</c:v>
              </c:pt>
              <c:pt idx="6">
                <c:v>-21.36536680524447</c:v>
              </c:pt>
              <c:pt idx="7">
                <c:v>-23.435980241126785</c:v>
              </c:pt>
              <c:pt idx="8">
                <c:v>-24.271307215974488</c:v>
              </c:pt>
              <c:pt idx="9">
                <c:v>-23.427896694268668</c:v>
              </c:pt>
              <c:pt idx="10">
                <c:v>-21.795689278343694</c:v>
              </c:pt>
              <c:pt idx="11">
                <c:v>-20.158777683423793</c:v>
              </c:pt>
              <c:pt idx="12">
                <c:v>-18.893058054822838</c:v>
              </c:pt>
              <c:pt idx="13">
                <c:v>-18.161175531674431</c:v>
              </c:pt>
              <c:pt idx="14">
                <c:v>-17.959556036726745</c:v>
              </c:pt>
              <c:pt idx="15">
                <c:v>-18.164410814793488</c:v>
              </c:pt>
              <c:pt idx="16">
                <c:v>-18.689431354595577</c:v>
              </c:pt>
              <c:pt idx="17">
                <c:v>-19.613764061898856</c:v>
              </c:pt>
              <c:pt idx="18">
                <c:v>-20.777696447207678</c:v>
              </c:pt>
              <c:pt idx="19">
                <c:v>-20.902797059636431</c:v>
              </c:pt>
              <c:pt idx="20">
                <c:v>-19.473117272691759</c:v>
              </c:pt>
              <c:pt idx="21">
                <c:v>-18.223919507191603</c:v>
              </c:pt>
              <c:pt idx="22">
                <c:v>-17.825272882033516</c:v>
              </c:pt>
              <c:pt idx="23">
                <c:v>-17.28078201644858</c:v>
              </c:pt>
              <c:pt idx="24">
                <c:v>-15.648736583885116</c:v>
              </c:pt>
              <c:pt idx="25">
                <c:v>-14.070840233444745</c:v>
              </c:pt>
              <c:pt idx="26">
                <c:v>-13.682710561585916</c:v>
              </c:pt>
              <c:pt idx="27">
                <c:v>-14.641448008031837</c:v>
              </c:pt>
              <c:pt idx="28">
                <c:v>-15.031539917413141</c:v>
              </c:pt>
              <c:pt idx="29">
                <c:v>-11.863429900703135</c:v>
              </c:pt>
              <c:pt idx="30">
                <c:v>-8.0396951500671712</c:v>
              </c:pt>
              <c:pt idx="31">
                <c:v>-5.17897608016227</c:v>
              </c:pt>
              <c:pt idx="32">
                <c:v>-3.203273085611789</c:v>
              </c:pt>
              <c:pt idx="33">
                <c:v>-1.887045270012468</c:v>
              </c:pt>
              <c:pt idx="34">
                <c:v>-1.0630544715406387</c:v>
              </c:pt>
              <c:pt idx="35">
                <c:v>-0.623421039515712</c:v>
              </c:pt>
              <c:pt idx="36">
                <c:v>-0.50927008230652326</c:v>
              </c:pt>
              <c:pt idx="37">
                <c:v>-0.70532982026585067</c:v>
              </c:pt>
              <c:pt idx="38">
                <c:v>-1.2406783010970575</c:v>
              </c:pt>
              <c:pt idx="39">
                <c:v>-2.1937016315205717</c:v>
              </c:pt>
              <c:pt idx="40">
                <c:v>-3.708673784175275</c:v>
              </c:pt>
              <c:pt idx="41">
                <c:v>-6.0340306729965958</c:v>
              </c:pt>
              <c:pt idx="42">
                <c:v>-9.601453129200781</c:v>
              </c:pt>
              <c:pt idx="43">
                <c:v>-14.849054745872996</c:v>
              </c:pt>
              <c:pt idx="44">
                <c:v>-17.310320888389363</c:v>
              </c:pt>
              <c:pt idx="45">
                <c:v>-14.181596438472155</c:v>
              </c:pt>
              <c:pt idx="46">
                <c:v>-12.767127004467834</c:v>
              </c:pt>
              <c:pt idx="47">
                <c:v>-13.607478312900524</c:v>
              </c:pt>
              <c:pt idx="48">
                <c:v>-16.56453886004854</c:v>
              </c:pt>
              <c:pt idx="49">
                <c:v>-19.543613045449021</c:v>
              </c:pt>
              <c:pt idx="50">
                <c:v>-17.837539468793679</c:v>
              </c:pt>
              <c:pt idx="51">
                <c:v>-16.2098149458404</c:v>
              </c:pt>
              <c:pt idx="52">
                <c:v>-16.708765698726204</c:v>
              </c:pt>
              <c:pt idx="53">
                <c:v>-18.943576601535149</c:v>
              </c:pt>
              <c:pt idx="54">
                <c:v>-20.379276976271093</c:v>
              </c:pt>
              <c:pt idx="55">
                <c:v>-18.706258202919756</c:v>
              </c:pt>
              <c:pt idx="56">
                <c:v>-17.009423984881344</c:v>
              </c:pt>
              <c:pt idx="57">
                <c:v>-16.368218142741583</c:v>
              </c:pt>
              <c:pt idx="58">
                <c:v>-16.492019026050826</c:v>
              </c:pt>
              <c:pt idx="59">
                <c:v>-17.012328654663992</c:v>
              </c:pt>
              <c:pt idx="60">
                <c:v>-17.726514779354119</c:v>
              </c:pt>
              <c:pt idx="61">
                <c:v>-18.601570459199305</c:v>
              </c:pt>
              <c:pt idx="62">
                <c:v>-19.627054859930581</c:v>
              </c:pt>
              <c:pt idx="63">
                <c:v>-20.599997079716033</c:v>
              </c:pt>
              <c:pt idx="64">
                <c:v>-21.003464369170636</c:v>
              </c:pt>
              <c:pt idx="65">
                <c:v>-20.436756739408686</c:v>
              </c:pt>
              <c:pt idx="66">
                <c:v>-19.199650919155069</c:v>
              </c:pt>
              <c:pt idx="67">
                <c:v>-17.830487659501248</c:v>
              </c:pt>
              <c:pt idx="68">
                <c:v>-16.612212737531305</c:v>
              </c:pt>
              <c:pt idx="69">
                <c:v>-15.633277971584411</c:v>
              </c:pt>
              <c:pt idx="70">
                <c:v>-14.91862208542647</c:v>
              </c:pt>
              <c:pt idx="71">
                <c:v>-14.483166902160344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25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(LHC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-0.12896680923237058</c:v>
              </c:pt>
              <c:pt idx="1">
                <c:v>-0.29474615674673621</c:v>
              </c:pt>
              <c:pt idx="2">
                <c:v>-0.81059204862731793</c:v>
              </c:pt>
              <c:pt idx="3">
                <c:v>-1.7285201121254157</c:v>
              </c:pt>
              <c:pt idx="4">
                <c:v>-3.1388876276936295</c:v>
              </c:pt>
              <c:pt idx="5">
                <c:v>-5.19660115620985</c:v>
              </c:pt>
              <c:pt idx="6">
                <c:v>-8.1473152872783654</c:v>
              </c:pt>
              <c:pt idx="7">
                <c:v>-12.074255172224538</c:v>
              </c:pt>
              <c:pt idx="8">
                <c:v>-14.146058433731222</c:v>
              </c:pt>
              <c:pt idx="9">
                <c:v>-11.202600644589225</c:v>
              </c:pt>
              <c:pt idx="10">
                <c:v>-8.1327315694518152</c:v>
              </c:pt>
              <c:pt idx="11">
                <c:v>-6.0860272800590742</c:v>
              </c:pt>
              <c:pt idx="12">
                <c:v>-4.8067001387866135</c:v>
              </c:pt>
              <c:pt idx="13">
                <c:v>-4.0676577068063065</c:v>
              </c:pt>
              <c:pt idx="14">
                <c:v>-3.765809675662418</c:v>
              </c:pt>
              <c:pt idx="15">
                <c:v>-3.9379052964999377</c:v>
              </c:pt>
              <c:pt idx="16">
                <c:v>-4.731994532099387</c:v>
              </c:pt>
              <c:pt idx="17">
                <c:v>-6.2835269538025695</c:v>
              </c:pt>
              <c:pt idx="18">
                <c:v>-8.3239546155771258</c:v>
              </c:pt>
              <c:pt idx="19">
                <c:v>-9.389518740295328</c:v>
              </c:pt>
              <c:pt idx="20">
                <c:v>-8.5913403335805558</c:v>
              </c:pt>
              <c:pt idx="21">
                <c:v>-7.70814870690317</c:v>
              </c:pt>
              <c:pt idx="22">
                <c:v>-7.9692548183201275</c:v>
              </c:pt>
              <c:pt idx="23">
                <c:v>-9.8830205775060289</c:v>
              </c:pt>
              <c:pt idx="24">
                <c:v>-14.335960876762043</c:v>
              </c:pt>
              <c:pt idx="25">
                <c:v>-23.169381890585406</c:v>
              </c:pt>
              <c:pt idx="26">
                <c:v>-17.326602120554202</c:v>
              </c:pt>
              <c:pt idx="27">
                <c:v>-12.422796734791541</c:v>
              </c:pt>
              <c:pt idx="28">
                <c:v>-10.362283145495763</c:v>
              </c:pt>
              <c:pt idx="29">
                <c:v>-9.7161403523442171</c:v>
              </c:pt>
              <c:pt idx="30">
                <c:v>-9.90868215517849</c:v>
              </c:pt>
              <c:pt idx="31">
                <c:v>-10.605138436718795</c:v>
              </c:pt>
              <c:pt idx="32">
                <c:v>-11.553480186819911</c:v>
              </c:pt>
              <c:pt idx="33">
                <c:v>-12.546132496446587</c:v>
              </c:pt>
              <c:pt idx="34">
                <c:v>-13.430785282949143</c:v>
              </c:pt>
              <c:pt idx="35">
                <c:v>-14.148917388569286</c:v>
              </c:pt>
              <c:pt idx="36">
                <c:v>-14.769991076294643</c:v>
              </c:pt>
              <c:pt idx="37">
                <c:v>-15.501398466847446</c:v>
              </c:pt>
              <c:pt idx="38">
                <c:v>-16.730352626775581</c:v>
              </c:pt>
              <c:pt idx="39">
                <c:v>-19.201568457792877</c:v>
              </c:pt>
              <c:pt idx="40">
                <c:v>-25.185477892470725</c:v>
              </c:pt>
              <c:pt idx="41">
                <c:v>-28.975065918892703</c:v>
              </c:pt>
              <c:pt idx="42">
                <c:v>-17.754545007282648</c:v>
              </c:pt>
              <c:pt idx="43">
                <c:v>-12.551721410919365</c:v>
              </c:pt>
              <c:pt idx="44">
                <c:v>-9.6312516127207637</c:v>
              </c:pt>
              <c:pt idx="45">
                <c:v>-8.2777565840209189</c:v>
              </c:pt>
              <c:pt idx="46">
                <c:v>-8.4483407529781545</c:v>
              </c:pt>
              <c:pt idx="47">
                <c:v>-10.536161264282699</c:v>
              </c:pt>
              <c:pt idx="48">
                <c:v>-15.049390027328686</c:v>
              </c:pt>
              <c:pt idx="49">
                <c:v>-14.052140029608928</c:v>
              </c:pt>
              <c:pt idx="50">
                <c:v>-8.7838699303905354</c:v>
              </c:pt>
              <c:pt idx="51">
                <c:v>-6.1470289249535544</c:v>
              </c:pt>
              <c:pt idx="52">
                <c:v>-5.6259788337674</c:v>
              </c:pt>
              <c:pt idx="53">
                <c:v>-6.7666614856364742</c:v>
              </c:pt>
              <c:pt idx="54">
                <c:v>-8.08809210831866</c:v>
              </c:pt>
              <c:pt idx="55">
                <c:v>-6.5555411612065555</c:v>
              </c:pt>
              <c:pt idx="56">
                <c:v>-4.0046349702935693</c:v>
              </c:pt>
              <c:pt idx="57">
                <c:v>-2.5590219195891311</c:v>
              </c:pt>
              <c:pt idx="58">
                <c:v>-2.362719482969363</c:v>
              </c:pt>
              <c:pt idx="59">
                <c:v>-3.117458909265268</c:v>
              </c:pt>
              <c:pt idx="60">
                <c:v>-4.2942587146809146</c:v>
              </c:pt>
              <c:pt idx="61">
                <c:v>-5.2760453987155689</c:v>
              </c:pt>
              <c:pt idx="62">
                <c:v>-5.9401666595384874</c:v>
              </c:pt>
              <c:pt idx="63">
                <c:v>-6.599494961682618</c:v>
              </c:pt>
              <c:pt idx="64">
                <c:v>-7.1503414648698627</c:v>
              </c:pt>
              <c:pt idx="65">
                <c:v>-6.8955990928037</c:v>
              </c:pt>
              <c:pt idx="66">
                <c:v>-5.638240447363172</c:v>
              </c:pt>
              <c:pt idx="67">
                <c:v>-4.0453117801127512</c:v>
              </c:pt>
              <c:pt idx="68">
                <c:v>-2.6268387394333943</c:v>
              </c:pt>
              <c:pt idx="69">
                <c:v>-1.5261805408354778</c:v>
              </c:pt>
              <c:pt idx="70">
                <c:v>-0.74970171016440812</c:v>
              </c:pt>
              <c:pt idx="71">
                <c:v>-0.28467728251058411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2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(RHC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-34.718707485568878</c:v>
              </c:pt>
              <c:pt idx="1">
                <c:v>-36.9912735538976</c:v>
              </c:pt>
              <c:pt idx="2">
                <c:v>-41.873592667259636</c:v>
              </c:pt>
              <c:pt idx="3">
                <c:v>-45.573580304771369</c:v>
              </c:pt>
              <c:pt idx="4">
                <c:v>-36.315446651766081</c:v>
              </c:pt>
              <c:pt idx="5">
                <c:v>-31.09997105877467</c:v>
              </c:pt>
              <c:pt idx="6">
                <c:v>-28.085108163395692</c:v>
              </c:pt>
              <c:pt idx="7">
                <c:v>-26.55939567416101</c:v>
              </c:pt>
              <c:pt idx="8">
                <c:v>-26.3854742964122</c:v>
              </c:pt>
              <c:pt idx="9">
                <c:v>-27.699299224433048</c:v>
              </c:pt>
              <c:pt idx="10">
                <c:v>-30.732146000674646</c:v>
              </c:pt>
              <c:pt idx="11">
                <c:v>-34.000670417359956</c:v>
              </c:pt>
              <c:pt idx="12">
                <c:v>-33.064084040659111</c:v>
              </c:pt>
              <c:pt idx="13">
                <c:v>-32.516395954463178</c:v>
              </c:pt>
              <c:pt idx="14">
                <c:v>-36.449364830504152</c:v>
              </c:pt>
              <c:pt idx="15">
                <c:v>-39.914848842832221</c:v>
              </c:pt>
              <c:pt idx="16">
                <c:v>-30.464682225546294</c:v>
              </c:pt>
              <c:pt idx="17">
                <c:v>-26.776495901009007</c:v>
              </c:pt>
              <c:pt idx="18">
                <c:v>-25.461657348877488</c:v>
              </c:pt>
              <c:pt idx="19">
                <c:v>-24.19218907346648</c:v>
              </c:pt>
              <c:pt idx="20">
                <c:v>-22.141465725180815</c:v>
              </c:pt>
              <c:pt idx="21">
                <c:v>-20.603270176214288</c:v>
              </c:pt>
              <c:pt idx="22">
                <c:v>-19.778123451686646</c:v>
              </c:pt>
              <c:pt idx="23">
                <c:v>-18.276951452082727</c:v>
              </c:pt>
              <c:pt idx="24">
                <c:v>-15.86854608475738</c:v>
              </c:pt>
              <c:pt idx="25">
                <c:v>-14.084412634747283</c:v>
              </c:pt>
              <c:pt idx="26">
                <c:v>-13.7471949930638</c:v>
              </c:pt>
              <c:pt idx="27">
                <c:v>-14.915484034280603</c:v>
              </c:pt>
              <c:pt idx="28">
                <c:v>-15.531072737769584</c:v>
              </c:pt>
              <c:pt idx="29">
                <c:v>-12.13274496816236</c:v>
              </c:pt>
              <c:pt idx="30">
                <c:v>-8.1404796034995659</c:v>
              </c:pt>
              <c:pt idx="31">
                <c:v>-5.2194248653820718</c:v>
              </c:pt>
              <c:pt idx="32">
                <c:v>-3.2206372197284647</c:v>
              </c:pt>
              <c:pt idx="33">
                <c:v>-1.8945380351483418</c:v>
              </c:pt>
              <c:pt idx="34">
                <c:v>-1.06597925655287</c:v>
              </c:pt>
              <c:pt idx="35">
                <c:v>-0.62413007018219879</c:v>
              </c:pt>
              <c:pt idx="36">
                <c:v>-0.50884999963856359</c:v>
              </c:pt>
              <c:pt idx="37">
                <c:v>-0.7042000139671476</c:v>
              </c:pt>
              <c:pt idx="38">
                <c:v>-1.2387500783714191</c:v>
              </c:pt>
              <c:pt idx="39">
                <c:v>-2.1904135510366221</c:v>
              </c:pt>
              <c:pt idx="40">
                <c:v>-3.7032981991893248</c:v>
              </c:pt>
              <c:pt idx="41">
                <c:v>-6.0283229535635714</c:v>
              </c:pt>
              <c:pt idx="42">
                <c:v>-9.6199302243639924</c:v>
              </c:pt>
              <c:pt idx="43">
                <c:v>-15.128392836424618</c:v>
              </c:pt>
              <c:pt idx="44">
                <c:v>-18.382630360398075</c:v>
              </c:pt>
              <c:pt idx="45">
                <c:v>-14.861290816629099</c:v>
              </c:pt>
              <c:pt idx="46">
                <c:v>-13.225245763133833</c:v>
              </c:pt>
              <c:pt idx="47">
                <c:v>-13.944848265595272</c:v>
              </c:pt>
              <c:pt idx="48">
                <c:v>-16.795445715640426</c:v>
              </c:pt>
              <c:pt idx="49">
                <c:v>-20.156483514538337</c:v>
              </c:pt>
              <c:pt idx="50">
                <c:v>-19.391592110096131</c:v>
              </c:pt>
              <c:pt idx="51">
                <c:v>-18.285113871426155</c:v>
              </c:pt>
              <c:pt idx="52">
                <c:v>-19.555895880974404</c:v>
              </c:pt>
              <c:pt idx="53">
                <c:v>-23.134992530070456</c:v>
              </c:pt>
              <c:pt idx="54">
                <c:v>-24.763530641410146</c:v>
              </c:pt>
              <c:pt idx="55">
                <c:v>-22.855332281904097</c:v>
              </c:pt>
              <c:pt idx="56">
                <c:v>-23.019274182075403</c:v>
              </c:pt>
              <c:pt idx="57">
                <c:v>-26.46370433007203</c:v>
              </c:pt>
              <c:pt idx="58">
                <c:v>-31.912888563135937</c:v>
              </c:pt>
              <c:pt idx="59">
                <c:v>-27.991136199357605</c:v>
              </c:pt>
              <c:pt idx="60">
                <c:v>-25.347265978453386</c:v>
              </c:pt>
              <c:pt idx="61">
                <c:v>-25.744515447648922</c:v>
              </c:pt>
              <c:pt idx="62">
                <c:v>-28.730822481985054</c:v>
              </c:pt>
              <c:pt idx="63">
                <c:v>-33.031460000647868</c:v>
              </c:pt>
              <c:pt idx="64">
                <c:v>-31.527231043612709</c:v>
              </c:pt>
              <c:pt idx="65">
                <c:v>-28.620818528210243</c:v>
              </c:pt>
              <c:pt idx="66">
                <c:v>-27.498754434727552</c:v>
              </c:pt>
              <c:pt idx="67">
                <c:v>-27.710146559554723</c:v>
              </c:pt>
              <c:pt idx="68">
                <c:v>-28.800943372187838</c:v>
              </c:pt>
              <c:pt idx="69">
                <c:v>-30.361806364709743</c:v>
              </c:pt>
              <c:pt idx="70">
                <c:v>-31.954926149480475</c:v>
              </c:pt>
              <c:pt idx="71">
                <c:v>-33.31721725788325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4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(Horizontal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-15.214234596672748</c:v>
              </c:pt>
              <c:pt idx="1">
                <c:v>-15.2837392127579</c:v>
              </c:pt>
              <c:pt idx="2">
                <c:v>-15.535179858948919</c:v>
              </c:pt>
              <c:pt idx="3">
                <c:v>-15.984350843367674</c:v>
              </c:pt>
              <c:pt idx="4">
                <c:v>-16.659251332470788</c:v>
              </c:pt>
              <c:pt idx="5">
                <c:v>-17.620100202948265</c:v>
              </c:pt>
              <c:pt idx="6">
                <c:v>-18.966065607962797</c:v>
              </c:pt>
              <c:pt idx="7">
                <c:v>-20.7865488111319</c:v>
              </c:pt>
              <c:pt idx="8">
                <c:v>-22.906558432716658</c:v>
              </c:pt>
              <c:pt idx="9">
                <c:v>-24.240048622110212</c:v>
              </c:pt>
              <c:pt idx="10">
                <c:v>-23.638407633478224</c:v>
              </c:pt>
              <c:pt idx="11">
                <c:v>-22.24324848256007</c:v>
              </c:pt>
              <c:pt idx="12">
                <c:v>-21.133965183571988</c:v>
              </c:pt>
              <c:pt idx="13">
                <c:v>-20.223216912678364</c:v>
              </c:pt>
              <c:pt idx="14">
                <c:v>-19.117477318695361</c:v>
              </c:pt>
              <c:pt idx="15">
                <c:v>-17.934043923151613</c:v>
              </c:pt>
              <c:pt idx="16">
                <c:v>-17.224248270261867</c:v>
              </c:pt>
              <c:pt idx="17">
                <c:v>-17.37323796271335</c:v>
              </c:pt>
              <c:pt idx="18">
                <c:v>-18.147603646538336</c:v>
              </c:pt>
              <c:pt idx="19">
                <c:v>-18.135006683443841</c:v>
              </c:pt>
              <c:pt idx="20">
                <c:v>-16.6665619426248</c:v>
              </c:pt>
              <c:pt idx="21">
                <c:v>-15.421857434398465</c:v>
              </c:pt>
              <c:pt idx="22">
                <c:v>-15.350830246979072</c:v>
              </c:pt>
              <c:pt idx="23">
                <c:v>-16.001838374770493</c:v>
              </c:pt>
              <c:pt idx="24">
                <c:v>-15.581665932749095</c:v>
              </c:pt>
              <c:pt idx="25">
                <c:v>-13.929424739941961</c:v>
              </c:pt>
              <c:pt idx="26">
                <c:v>-12.882376142792952</c:v>
              </c:pt>
              <c:pt idx="27">
                <c:v>-13.123160537382596</c:v>
              </c:pt>
              <c:pt idx="28">
                <c:v>-13.879523358761908</c:v>
              </c:pt>
              <c:pt idx="29">
                <c:v>-12.454260811582293</c:v>
              </c:pt>
              <c:pt idx="30">
                <c:v>-9.1087365911390368</c:v>
              </c:pt>
              <c:pt idx="31">
                <c:v>-6.1493196236789309</c:v>
              </c:pt>
              <c:pt idx="32">
                <c:v>-4.0185670491880181</c:v>
              </c:pt>
              <c:pt idx="33">
                <c:v>-2.5769398790277904</c:v>
              </c:pt>
              <c:pt idx="34">
                <c:v>-1.6609614042763621</c:v>
              </c:pt>
              <c:pt idx="35">
                <c:v>-1.1546667459020892</c:v>
              </c:pt>
              <c:pt idx="36">
                <c:v>-0.99067779482092888</c:v>
              </c:pt>
              <c:pt idx="37">
                <c:v>-1.1466048957668935</c:v>
              </c:pt>
              <c:pt idx="38">
                <c:v>-1.6443501242668166</c:v>
              </c:pt>
              <c:pt idx="39">
                <c:v>-2.5541451450830923</c:v>
              </c:pt>
              <c:pt idx="40">
                <c:v>-4.00563123032022</c:v>
              </c:pt>
              <c:pt idx="41">
                <c:v>-6.2085482922037158</c:v>
              </c:pt>
              <c:pt idx="42">
                <c:v>-9.4506413114405063</c:v>
              </c:pt>
              <c:pt idx="43">
                <c:v>-13.573425909154427</c:v>
              </c:pt>
              <c:pt idx="44">
                <c:v>-15.052511063266959</c:v>
              </c:pt>
              <c:pt idx="45">
                <c:v>-13.106372272612239</c:v>
              </c:pt>
              <c:pt idx="46">
                <c:v>-12.170296543354088</c:v>
              </c:pt>
              <c:pt idx="47">
                <c:v>-13.111838334772967</c:v>
              </c:pt>
              <c:pt idx="48">
                <c:v>-15.794653319113216</c:v>
              </c:pt>
              <c:pt idx="49">
                <c:v>-17.642308726134473</c:v>
              </c:pt>
              <c:pt idx="50">
                <c:v>-15.734096623932736</c:v>
              </c:pt>
              <c:pt idx="51">
                <c:v>-14.329929789071912</c:v>
              </c:pt>
              <c:pt idx="52">
                <c:v>-14.973585512405196</c:v>
              </c:pt>
              <c:pt idx="53">
                <c:v>-17.677744195890575</c:v>
              </c:pt>
              <c:pt idx="54">
                <c:v>-20.170357977703624</c:v>
              </c:pt>
              <c:pt idx="55">
                <c:v>-18.127618243799368</c:v>
              </c:pt>
              <c:pt idx="56">
                <c:v>-16.095089837219437</c:v>
              </c:pt>
              <c:pt idx="57">
                <c:v>-15.8826118657773</c:v>
              </c:pt>
              <c:pt idx="58">
                <c:v>-17.387000367127875</c:v>
              </c:pt>
              <c:pt idx="59">
                <c:v>-20.340798459366631</c:v>
              </c:pt>
              <c:pt idx="60">
                <c:v>-23.362445827041846</c:v>
              </c:pt>
              <c:pt idx="61">
                <c:v>-23.93715112369609</c:v>
              </c:pt>
              <c:pt idx="62">
                <c:v>-23.559929548470727</c:v>
              </c:pt>
              <c:pt idx="63">
                <c:v>-23.462468428057974</c:v>
              </c:pt>
              <c:pt idx="64">
                <c:v>-22.538049157176197</c:v>
              </c:pt>
              <c:pt idx="65">
                <c:v>-20.584721332196779</c:v>
              </c:pt>
              <c:pt idx="66">
                <c:v>-18.700190901602529</c:v>
              </c:pt>
              <c:pt idx="67">
                <c:v>-17.350343661919851</c:v>
              </c:pt>
              <c:pt idx="68">
                <c:v>-16.477423776863962</c:v>
              </c:pt>
              <c:pt idx="69">
                <c:v>-15.916306621780695</c:v>
              </c:pt>
              <c:pt idx="70">
                <c:v>-15.543118713391863</c:v>
              </c:pt>
              <c:pt idx="71">
                <c:v>-15.307932348665327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25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(Vertical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-13.851394299719304</c:v>
              </c:pt>
              <c:pt idx="1">
                <c:v>-14.117197649375981</c:v>
              </c:pt>
              <c:pt idx="2">
                <c:v>-14.879237305670959</c:v>
              </c:pt>
              <c:pt idx="3">
                <c:v>-16.261360377598397</c:v>
              </c:pt>
              <c:pt idx="4">
                <c:v>-18.50935858562347</c:v>
              </c:pt>
              <c:pt idx="5">
                <c:v>-22.158035514953418</c:v>
              </c:pt>
              <c:pt idx="6">
                <c:v>-28.649056050696675</c:v>
              </c:pt>
              <c:pt idx="7">
                <c:v>-34.282504712212187</c:v>
              </c:pt>
              <c:pt idx="8">
                <c:v>-26.781989247167211</c:v>
              </c:pt>
              <c:pt idx="9">
                <c:v>-22.97787921257348</c:v>
              </c:pt>
              <c:pt idx="10">
                <c:v>-20.699465035788855</c:v>
              </c:pt>
              <c:pt idx="11">
                <c:v>-18.942830235308591</c:v>
              </c:pt>
              <c:pt idx="12">
                <c:v>-17.604732583935988</c:v>
              </c:pt>
              <c:pt idx="13">
                <c:v>-16.95592271800804</c:v>
              </c:pt>
              <c:pt idx="14">
                <c:v>-17.264178854465129</c:v>
              </c:pt>
              <c:pt idx="15">
                <c:v>-18.716491364869452</c:v>
              </c:pt>
              <c:pt idx="16">
                <c:v>-21.459590453926374</c:v>
              </c:pt>
              <c:pt idx="17">
                <c:v>-25.629860081159215</c:v>
              </c:pt>
              <c:pt idx="18">
                <c:v>-31.206639157456095</c:v>
              </c:pt>
              <c:pt idx="19">
                <c:v>-36.0391238229123</c:v>
              </c:pt>
              <c:pt idx="20">
                <c:v>-38.194744435255018</c:v>
              </c:pt>
              <c:pt idx="21">
                <c:v>-36.341155494706925</c:v>
              </c:pt>
              <c:pt idx="22">
                <c:v>-25.890924491841623</c:v>
              </c:pt>
              <c:pt idx="23">
                <c:v>-19.585788794872634</c:v>
              </c:pt>
              <c:pt idx="24">
                <c:v>-16.010162535376779</c:v>
              </c:pt>
              <c:pt idx="25">
                <c:v>-14.517143807440121</c:v>
              </c:pt>
              <c:pt idx="26">
                <c:v>-15.046893145311676</c:v>
              </c:pt>
              <c:pt idx="27">
                <c:v>-17.557943381438712</c:v>
              </c:pt>
              <c:pt idx="28">
                <c:v>-17.0558475558015</c:v>
              </c:pt>
              <c:pt idx="29">
                <c:v>-11.589375019546203</c:v>
              </c:pt>
              <c:pt idx="30">
                <c:v>-7.4042489343773026</c:v>
              </c:pt>
              <c:pt idx="31">
                <c:v>-4.6125511520929505</c:v>
              </c:pt>
              <c:pt idx="32">
                <c:v>-2.7508708090502125</c:v>
              </c:pt>
              <c:pt idx="33">
                <c:v>-1.5322350303176595</c:v>
              </c:pt>
              <c:pt idx="34">
                <c:v>-0.78311947320159447</c:v>
              </c:pt>
              <c:pt idx="35">
                <c:v>-0.3995858768980618</c:v>
              </c:pt>
              <c:pt idx="36">
                <c:v>-0.32843091042872352</c:v>
              </c:pt>
              <c:pt idx="37">
                <c:v>-0.55979093170104655</c:v>
              </c:pt>
              <c:pt idx="38">
                <c:v>-1.1287781408400441</c:v>
              </c:pt>
              <c:pt idx="39">
                <c:v>-2.1211631896018606</c:v>
              </c:pt>
              <c:pt idx="40">
                <c:v>-3.6953252580084648</c:v>
              </c:pt>
              <c:pt idx="41">
                <c:v>-6.1397241357808054</c:v>
              </c:pt>
              <c:pt idx="42">
                <c:v>-10.058708375951687</c:v>
              </c:pt>
              <c:pt idx="43">
                <c:v>-17.146387260755944</c:v>
              </c:pt>
              <c:pt idx="44">
                <c:v>-23.445774891363389</c:v>
              </c:pt>
              <c:pt idx="45">
                <c:v>-16.048165098333754</c:v>
              </c:pt>
              <c:pt idx="46">
                <c:v>-13.811043771191684</c:v>
              </c:pt>
              <c:pt idx="47">
                <c:v>-14.505651206934562</c:v>
              </c:pt>
              <c:pt idx="48">
                <c:v>-17.878288936599592</c:v>
              </c:pt>
              <c:pt idx="49">
                <c:v>-23.767662181503482</c:v>
              </c:pt>
              <c:pt idx="50">
                <c:v>-23.021362740563312</c:v>
              </c:pt>
              <c:pt idx="51">
                <c:v>-20.345841934377788</c:v>
              </c:pt>
              <c:pt idx="52">
                <c:v>-20.302544369800202</c:v>
              </c:pt>
              <c:pt idx="53">
                <c:v>-21.218341867022371</c:v>
              </c:pt>
              <c:pt idx="54">
                <c:v>-20.905416156874889</c:v>
              </c:pt>
              <c:pt idx="55">
                <c:v>-19.723358483402428</c:v>
              </c:pt>
              <c:pt idx="56">
                <c:v>-18.571139901639874</c:v>
              </c:pt>
              <c:pt idx="57">
                <c:v>-17.252383122879422</c:v>
              </c:pt>
              <c:pt idx="58">
                <c:v>-15.98013314930931</c:v>
              </c:pt>
              <c:pt idx="59">
                <c:v>-15.3107703522203</c:v>
              </c:pt>
              <c:pt idx="60">
                <c:v>-15.488552702543162</c:v>
              </c:pt>
              <c:pt idx="61">
                <c:v>-16.415448449372104</c:v>
              </c:pt>
              <c:pt idx="62">
                <c:v>-17.749160199028825</c:v>
              </c:pt>
              <c:pt idx="63">
                <c:v>-19.058243208636902</c:v>
              </c:pt>
              <c:pt idx="64">
                <c:v>-20.075295095626345</c:v>
              </c:pt>
              <c:pt idx="65">
                <c:v>-20.569157367851798</c:v>
              </c:pt>
              <c:pt idx="66">
                <c:v>-20.103177352356042</c:v>
              </c:pt>
              <c:pt idx="67">
                <c:v>-18.70705932465712</c:v>
              </c:pt>
              <c:pt idx="68">
                <c:v>-17.050823670366405</c:v>
              </c:pt>
              <c:pt idx="69">
                <c:v>-15.633141587369405</c:v>
              </c:pt>
              <c:pt idx="70">
                <c:v>-14.616747114224266</c:v>
              </c:pt>
              <c:pt idx="71">
                <c:v>-14.023594124924355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3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(Handed)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-0.82456191934297118</c:v>
              </c:pt>
              <c:pt idx="1">
                <c:v>-0.85969665211568091</c:v>
              </c:pt>
              <c:pt idx="2">
                <c:v>-0.91271251827886313</c:v>
              </c:pt>
              <c:pt idx="3">
                <c:v>-0.93586796537510053</c:v>
              </c:pt>
              <c:pt idx="4">
                <c:v>-0.79671575561724706</c:v>
              </c:pt>
              <c:pt idx="5">
                <c:v>-0.585556356752639</c:v>
              </c:pt>
              <c:pt idx="6">
                <c:v>-0.31624617055729054</c:v>
              </c:pt>
              <c:pt idx="7">
                <c:v>-0.013589861303013451</c:v>
              </c:pt>
              <c:pt idx="8">
                <c:v>0.11517029867119684</c:v>
              </c:pt>
              <c:pt idx="9">
                <c:v>-0.12866809743098159</c:v>
              </c:pt>
              <c:pt idx="10">
                <c:v>-0.44679271869828541</c:v>
              </c:pt>
              <c:pt idx="11">
                <c:v>-0.65650993324295748</c:v>
              </c:pt>
              <c:pt idx="12">
                <c:v>-0.66759108395652422</c:v>
              </c:pt>
              <c:pt idx="13">
                <c:v>-0.67365225923581573</c:v>
              </c:pt>
              <c:pt idx="14">
                <c:v>-0.78611340488564</c:v>
              </c:pt>
              <c:pt idx="15">
                <c:v>-0.84849615044206439</c:v>
              </c:pt>
              <c:pt idx="16">
                <c:v>-0.57906279642650071</c:v>
              </c:pt>
              <c:pt idx="17">
                <c:v>-0.34471107385200067</c:v>
              </c:pt>
              <c:pt idx="18">
                <c:v>-0.16476860056859424</c:v>
              </c:pt>
              <c:pt idx="19">
                <c:v>-0.031858399529816638</c:v>
              </c:pt>
              <c:pt idx="20">
                <c:v>0.040211403940686168</c:v>
              </c:pt>
              <c:pt idx="21">
                <c:v>0.07778072950419071</c:v>
              </c:pt>
              <c:pt idx="22">
                <c:v>0.13955126048901675</c:v>
              </c:pt>
              <c:pt idx="23">
                <c:v>0.324838994474416</c:v>
              </c:pt>
              <c:pt idx="24">
                <c:v>0.62429858441456665</c:v>
              </c:pt>
              <c:pt idx="25">
                <c:v>0.87244202331768783</c:v>
              </c:pt>
              <c:pt idx="26">
                <c:v>0.77241540352376692</c:v>
              </c:pt>
              <c:pt idx="27">
                <c:v>0.58940275454673452</c:v>
              </c:pt>
              <c:pt idx="28">
                <c:v>0.47978239881905216</c:v>
              </c:pt>
              <c:pt idx="29">
                <c:v>0.5922535700020698</c:v>
              </c:pt>
              <c:pt idx="30">
                <c:v>0.726854894114812</c:v>
              </c:pt>
              <c:pt idx="31">
                <c:v>0.81111083160665254</c:v>
              </c:pt>
              <c:pt idx="32">
                <c:v>0.86170205259717392</c:v>
              </c:pt>
              <c:pt idx="33">
                <c:v>0.89236045669398711</c:v>
              </c:pt>
              <c:pt idx="34">
                <c:v>0.91076903326505587</c:v>
              </c:pt>
              <c:pt idx="35">
                <c:v>0.92148626744771867</c:v>
              </c:pt>
              <c:pt idx="36">
                <c:v>0.92763710571080837</c:v>
              </c:pt>
              <c:pt idx="37">
                <c:v>0.9318203876411969</c:v>
              </c:pt>
              <c:pt idx="38">
                <c:v>0.936893609003158</c:v>
              </c:pt>
              <c:pt idx="39">
                <c:v>0.94675232352414707</c:v>
              </c:pt>
              <c:pt idx="40">
                <c:v>0.96783180475593644</c:v>
              </c:pt>
              <c:pt idx="41">
                <c:v>0.9727551919810602</c:v>
              </c:pt>
              <c:pt idx="42">
                <c:v>0.85873503959170072</c:v>
              </c:pt>
              <c:pt idx="43">
                <c:v>0.58623873773435875</c:v>
              </c:pt>
              <c:pt idx="44">
                <c:v>0.30631264976593797</c:v>
              </c:pt>
              <c:pt idx="45">
                <c:v>0.41469023222655876</c:v>
              </c:pt>
              <c:pt idx="46">
                <c:v>0.49695945253255458</c:v>
              </c:pt>
              <c:pt idx="47">
                <c:v>0.55392162834899639</c:v>
              </c:pt>
              <c:pt idx="48">
                <c:v>0.6167420133278404</c:v>
              </c:pt>
              <c:pt idx="49">
                <c:v>0.43726704686214934</c:v>
              </c:pt>
              <c:pt idx="50">
                <c:v>0.20659455643513977</c:v>
              </c:pt>
              <c:pt idx="51">
                <c:v>0.12092207475933327</c:v>
              </c:pt>
              <c:pt idx="52">
                <c:v>0.018368466984197796</c:v>
              </c:pt>
              <c:pt idx="53">
                <c:v>-0.12139422014708531</c:v>
              </c:pt>
              <c:pt idx="54">
                <c:v>-0.13877312085091059</c:v>
              </c:pt>
              <c:pt idx="55">
                <c:v>-0.11750504512835783</c:v>
              </c:pt>
              <c:pt idx="56">
                <c:v>-0.267648921483336</c:v>
              </c:pt>
              <c:pt idx="57">
                <c:v>-0.50487178628714136</c:v>
              </c:pt>
              <c:pt idx="58">
                <c:v>-0.70682159961375013</c:v>
              </c:pt>
              <c:pt idx="59">
                <c:v>-0.54525446994309668</c:v>
              </c:pt>
              <c:pt idx="60">
                <c:v>-0.37279687502885578</c:v>
              </c:pt>
              <c:pt idx="61">
                <c:v>-0.34346777666451572</c:v>
              </c:pt>
              <c:pt idx="62">
                <c:v>-0.4555603734597205</c:v>
              </c:pt>
              <c:pt idx="63">
                <c:v>-0.60519558589186717</c:v>
              </c:pt>
              <c:pt idx="64">
                <c:v>-0.52484649126805316</c:v>
              </c:pt>
              <c:pt idx="65">
                <c:v>-0.40562474844709384</c:v>
              </c:pt>
              <c:pt idx="66">
                <c:v>-0.41211090696409758</c:v>
              </c:pt>
              <c:pt idx="67">
                <c:v>-0.49451277217920137</c:v>
              </c:pt>
              <c:pt idx="68">
                <c:v>-0.595704035426699</c:v>
              </c:pt>
              <c:pt idx="69">
                <c:v>-0.685634782685924</c:v>
              </c:pt>
              <c:pt idx="70">
                <c:v>-0.75136225493050657</c:v>
              </c:pt>
              <c:pt idx="71">
                <c:v>-0.79366767262905524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"/>
          <c:min val="-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(IEEE)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1.6755345209648635</c:v>
              </c:pt>
              <c:pt idx="1">
                <c:v>1.3130952903021647</c:v>
              </c:pt>
              <c:pt idx="2">
                <c:v>0.79331985754329493</c:v>
              </c:pt>
              <c:pt idx="3">
                <c:v>0.57570836613094589</c:v>
              </c:pt>
              <c:pt idx="4">
                <c:v>1.9739318853827557</c:v>
              </c:pt>
              <c:pt idx="5">
                <c:v>4.6486259999165611</c:v>
              </c:pt>
              <c:pt idx="6">
                <c:v>9.99949449361306</c:v>
              </c:pt>
              <c:pt idx="7">
                <c:v>37.335699512360108</c:v>
              </c:pt>
              <c:pt idx="8">
                <c:v>18.773190138107225</c:v>
              </c:pt>
              <c:pt idx="9">
                <c:v>17.810582415011194</c:v>
              </c:pt>
              <c:pt idx="10">
                <c:v>6.9978782623784683</c:v>
              </c:pt>
              <c:pt idx="11">
                <c:v>3.655173969708839</c:v>
              </c:pt>
              <c:pt idx="12">
                <c:v>3.5097894438803667</c:v>
              </c:pt>
              <c:pt idx="13">
                <c:v>3.4312845876089875</c:v>
              </c:pt>
              <c:pt idx="14">
                <c:v>2.0902959605503844</c:v>
              </c:pt>
              <c:pt idx="15">
                <c:v>1.4270024740106506</c:v>
              </c:pt>
              <c:pt idx="16">
                <c:v>4.7454867336482964</c:v>
              </c:pt>
              <c:pt idx="17">
                <c:v>9.2508952929337767</c:v>
              </c:pt>
              <c:pt idx="18">
                <c:v>15.66251093761468</c:v>
              </c:pt>
              <c:pt idx="19">
                <c:v>29.935520912711585</c:v>
              </c:pt>
              <c:pt idx="20">
                <c:v>27.913015273555381</c:v>
              </c:pt>
              <c:pt idx="21">
                <c:v>22.182559758572204</c:v>
              </c:pt>
              <c:pt idx="22">
                <c:v>17.105324728336498</c:v>
              </c:pt>
              <c:pt idx="23">
                <c:v>9.7666368504055328</c:v>
              </c:pt>
              <c:pt idx="24">
                <c:v>4.0921529964451517</c:v>
              </c:pt>
              <c:pt idx="25">
                <c:v>1.1852684745344209</c:v>
              </c:pt>
              <c:pt idx="26">
                <c:v>2.2429814819369938</c:v>
              </c:pt>
              <c:pt idx="27">
                <c:v>4.59175677652026</c:v>
              </c:pt>
              <c:pt idx="28">
                <c:v>6.3791137699637481</c:v>
              </c:pt>
              <c:pt idx="29">
                <c:v>4.5498462549059235</c:v>
              </c:pt>
              <c:pt idx="30">
                <c:v>2.7710456198257614</c:v>
              </c:pt>
              <c:pt idx="31">
                <c:v>1.818395979488022</c:v>
              </c:pt>
              <c:pt idx="32">
                <c:v>1.2928574510441015</c:v>
              </c:pt>
              <c:pt idx="33">
                <c:v>0.98919365839816653</c:v>
              </c:pt>
              <c:pt idx="34">
                <c:v>0.81183488197096976</c:v>
              </c:pt>
              <c:pt idx="35">
                <c:v>0.71022265037655008</c:v>
              </c:pt>
              <c:pt idx="36">
                <c:v>0.65243775602492848</c:v>
              </c:pt>
              <c:pt idx="37">
                <c:v>0.61335583390088988</c:v>
              </c:pt>
              <c:pt idx="38">
                <c:v>0.56619447138444479</c:v>
              </c:pt>
              <c:pt idx="39">
                <c:v>0.47527240716406038</c:v>
              </c:pt>
              <c:pt idx="40">
                <c:v>0.28400220534466025</c:v>
              </c:pt>
              <c:pt idx="41">
                <c:v>0.23992885031565719</c:v>
              </c:pt>
              <c:pt idx="42">
                <c:v>1.3228163181090935</c:v>
              </c:pt>
              <c:pt idx="43">
                <c:v>4.6385097490528873</c:v>
              </c:pt>
              <c:pt idx="44">
                <c:v>10.276701356058833</c:v>
              </c:pt>
              <c:pt idx="45">
                <c:v>7.6455238810999413</c:v>
              </c:pt>
              <c:pt idx="46">
                <c:v>6.0735808876970632</c:v>
              </c:pt>
              <c:pt idx="47">
                <c:v>5.1310335423727338</c:v>
              </c:pt>
              <c:pt idx="48">
                <c:v>4.1979293163788336</c:v>
              </c:pt>
              <c:pt idx="49">
                <c:v>7.1850650108517744</c:v>
              </c:pt>
              <c:pt idx="50">
                <c:v>13.697622518024616</c:v>
              </c:pt>
              <c:pt idx="51">
                <c:v>18.349888197664828</c:v>
              </c:pt>
              <c:pt idx="52">
                <c:v>34.718541760204474</c:v>
              </c:pt>
              <c:pt idx="53">
                <c:v>18.316039810187757</c:v>
              </c:pt>
              <c:pt idx="54">
                <c:v>17.153892896150559</c:v>
              </c:pt>
              <c:pt idx="55">
                <c:v>18.598869727526882</c:v>
              </c:pt>
              <c:pt idx="56">
                <c:v>11.448690046154951</c:v>
              </c:pt>
              <c:pt idx="57">
                <c:v>5.9363779654592808</c:v>
              </c:pt>
              <c:pt idx="58">
                <c:v>3.0138037489610543</c:v>
              </c:pt>
              <c:pt idx="59">
                <c:v>5.2680153086151691</c:v>
              </c:pt>
              <c:pt idx="60">
                <c:v>8.57055473555706</c:v>
              </c:pt>
              <c:pt idx="61">
                <c:v>9.2822800235139642</c:v>
              </c:pt>
              <c:pt idx="62">
                <c:v>6.8290811938885723</c:v>
              </c:pt>
              <c:pt idx="63">
                <c:v>4.3620849649200348</c:v>
              </c:pt>
              <c:pt idx="64">
                <c:v>5.5993540364099772</c:v>
              </c:pt>
              <c:pt idx="65">
                <c:v>7.8375111037649381</c:v>
              </c:pt>
              <c:pt idx="66">
                <c:v>7.6997178249346554</c:v>
              </c:pt>
              <c:pt idx="67">
                <c:v>6.1164497409794549</c:v>
              </c:pt>
              <c:pt idx="68">
                <c:v>4.4993891577474177</c:v>
              </c:pt>
              <c:pt idx="69">
                <c:v>3.2781431698479979</c:v>
              </c:pt>
              <c:pt idx="70">
                <c:v>2.483012514628498</c:v>
              </c:pt>
              <c:pt idx="71">
                <c:v>2.0072261770481719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4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(Co)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-15.214234596672748</c:v>
              </c:pt>
              <c:pt idx="1">
                <c:v>-15.2837392127579</c:v>
              </c:pt>
              <c:pt idx="2">
                <c:v>-15.535179858948919</c:v>
              </c:pt>
              <c:pt idx="3">
                <c:v>-15.984350843367674</c:v>
              </c:pt>
              <c:pt idx="4">
                <c:v>-16.659251332470788</c:v>
              </c:pt>
              <c:pt idx="5">
                <c:v>-17.620100202948265</c:v>
              </c:pt>
              <c:pt idx="6">
                <c:v>-18.966065607962797</c:v>
              </c:pt>
              <c:pt idx="7">
                <c:v>-20.7865488111319</c:v>
              </c:pt>
              <c:pt idx="8">
                <c:v>-22.906558432716658</c:v>
              </c:pt>
              <c:pt idx="9">
                <c:v>-24.240048622110212</c:v>
              </c:pt>
              <c:pt idx="10">
                <c:v>-23.638407633478224</c:v>
              </c:pt>
              <c:pt idx="11">
                <c:v>-22.24324848256007</c:v>
              </c:pt>
              <c:pt idx="12">
                <c:v>-21.133965183571988</c:v>
              </c:pt>
              <c:pt idx="13">
                <c:v>-20.223216912678364</c:v>
              </c:pt>
              <c:pt idx="14">
                <c:v>-19.117477318695361</c:v>
              </c:pt>
              <c:pt idx="15">
                <c:v>-17.934043923151613</c:v>
              </c:pt>
              <c:pt idx="16">
                <c:v>-17.224248270261867</c:v>
              </c:pt>
              <c:pt idx="17">
                <c:v>-17.37323796271335</c:v>
              </c:pt>
              <c:pt idx="18">
                <c:v>-18.147603646538336</c:v>
              </c:pt>
              <c:pt idx="19">
                <c:v>-18.135006683443841</c:v>
              </c:pt>
              <c:pt idx="20">
                <c:v>-16.6665619426248</c:v>
              </c:pt>
              <c:pt idx="21">
                <c:v>-15.421857434398465</c:v>
              </c:pt>
              <c:pt idx="22">
                <c:v>-15.350830246979072</c:v>
              </c:pt>
              <c:pt idx="23">
                <c:v>-16.001838374770493</c:v>
              </c:pt>
              <c:pt idx="24">
                <c:v>-15.581665932749095</c:v>
              </c:pt>
              <c:pt idx="25">
                <c:v>-13.929424739941961</c:v>
              </c:pt>
              <c:pt idx="26">
                <c:v>-12.882376142792952</c:v>
              </c:pt>
              <c:pt idx="27">
                <c:v>-13.123160537382596</c:v>
              </c:pt>
              <c:pt idx="28">
                <c:v>-13.879523358761908</c:v>
              </c:pt>
              <c:pt idx="29">
                <c:v>-12.454260811582293</c:v>
              </c:pt>
              <c:pt idx="30">
                <c:v>-9.1087365911390368</c:v>
              </c:pt>
              <c:pt idx="31">
                <c:v>-6.1493196236789309</c:v>
              </c:pt>
              <c:pt idx="32">
                <c:v>-4.0185670491880181</c:v>
              </c:pt>
              <c:pt idx="33">
                <c:v>-2.5769398790277904</c:v>
              </c:pt>
              <c:pt idx="34">
                <c:v>-1.6609614042763621</c:v>
              </c:pt>
              <c:pt idx="35">
                <c:v>-1.1546667459020892</c:v>
              </c:pt>
              <c:pt idx="36">
                <c:v>-0.99067779482092888</c:v>
              </c:pt>
              <c:pt idx="37">
                <c:v>-1.1466048957668935</c:v>
              </c:pt>
              <c:pt idx="38">
                <c:v>-1.6443501242668166</c:v>
              </c:pt>
              <c:pt idx="39">
                <c:v>-2.5541451450830923</c:v>
              </c:pt>
              <c:pt idx="40">
                <c:v>-4.00563123032022</c:v>
              </c:pt>
              <c:pt idx="41">
                <c:v>-6.2085482922037158</c:v>
              </c:pt>
              <c:pt idx="42">
                <c:v>-9.4506413114405063</c:v>
              </c:pt>
              <c:pt idx="43">
                <c:v>-13.573425909154427</c:v>
              </c:pt>
              <c:pt idx="44">
                <c:v>-15.052511063266959</c:v>
              </c:pt>
              <c:pt idx="45">
                <c:v>-13.106372272612239</c:v>
              </c:pt>
              <c:pt idx="46">
                <c:v>-12.170296543354088</c:v>
              </c:pt>
              <c:pt idx="47">
                <c:v>-13.111838334772967</c:v>
              </c:pt>
              <c:pt idx="48">
                <c:v>-15.794653319113216</c:v>
              </c:pt>
              <c:pt idx="49">
                <c:v>-17.642308726134473</c:v>
              </c:pt>
              <c:pt idx="50">
                <c:v>-15.734096623932736</c:v>
              </c:pt>
              <c:pt idx="51">
                <c:v>-14.329929789071912</c:v>
              </c:pt>
              <c:pt idx="52">
                <c:v>-14.973585512405196</c:v>
              </c:pt>
              <c:pt idx="53">
                <c:v>-17.677744195890575</c:v>
              </c:pt>
              <c:pt idx="54">
                <c:v>-20.170357977703624</c:v>
              </c:pt>
              <c:pt idx="55">
                <c:v>-18.127618243799368</c:v>
              </c:pt>
              <c:pt idx="56">
                <c:v>-16.095089837219437</c:v>
              </c:pt>
              <c:pt idx="57">
                <c:v>-15.8826118657773</c:v>
              </c:pt>
              <c:pt idx="58">
                <c:v>-17.387000367127875</c:v>
              </c:pt>
              <c:pt idx="59">
                <c:v>-20.340798459366631</c:v>
              </c:pt>
              <c:pt idx="60">
                <c:v>-23.362445827041846</c:v>
              </c:pt>
              <c:pt idx="61">
                <c:v>-23.93715112369609</c:v>
              </c:pt>
              <c:pt idx="62">
                <c:v>-23.559929548470727</c:v>
              </c:pt>
              <c:pt idx="63">
                <c:v>-23.462468428057974</c:v>
              </c:pt>
              <c:pt idx="64">
                <c:v>-22.538049157176197</c:v>
              </c:pt>
              <c:pt idx="65">
                <c:v>-20.584721332196779</c:v>
              </c:pt>
              <c:pt idx="66">
                <c:v>-18.700190901602529</c:v>
              </c:pt>
              <c:pt idx="67">
                <c:v>-17.350343661919851</c:v>
              </c:pt>
              <c:pt idx="68">
                <c:v>-16.477423776863962</c:v>
              </c:pt>
              <c:pt idx="69">
                <c:v>-15.916306621780695</c:v>
              </c:pt>
              <c:pt idx="70">
                <c:v>-15.543118713391863</c:v>
              </c:pt>
              <c:pt idx="71">
                <c:v>-15.307932348665327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25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(Cross)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-13.851394299719304</c:v>
              </c:pt>
              <c:pt idx="1">
                <c:v>-14.117197649375981</c:v>
              </c:pt>
              <c:pt idx="2">
                <c:v>-14.879237305670959</c:v>
              </c:pt>
              <c:pt idx="3">
                <c:v>-16.261360377598397</c:v>
              </c:pt>
              <c:pt idx="4">
                <c:v>-18.50935858562347</c:v>
              </c:pt>
              <c:pt idx="5">
                <c:v>-22.158035514953418</c:v>
              </c:pt>
              <c:pt idx="6">
                <c:v>-28.649056050696675</c:v>
              </c:pt>
              <c:pt idx="7">
                <c:v>-34.282504712212187</c:v>
              </c:pt>
              <c:pt idx="8">
                <c:v>-26.781989247167211</c:v>
              </c:pt>
              <c:pt idx="9">
                <c:v>-22.97787921257348</c:v>
              </c:pt>
              <c:pt idx="10">
                <c:v>-20.699465035788855</c:v>
              </c:pt>
              <c:pt idx="11">
                <c:v>-18.942830235308591</c:v>
              </c:pt>
              <c:pt idx="12">
                <c:v>-17.604732583935988</c:v>
              </c:pt>
              <c:pt idx="13">
                <c:v>-16.95592271800804</c:v>
              </c:pt>
              <c:pt idx="14">
                <c:v>-17.264178854465129</c:v>
              </c:pt>
              <c:pt idx="15">
                <c:v>-18.716491364869452</c:v>
              </c:pt>
              <c:pt idx="16">
                <c:v>-21.459590453926374</c:v>
              </c:pt>
              <c:pt idx="17">
                <c:v>-25.629860081159215</c:v>
              </c:pt>
              <c:pt idx="18">
                <c:v>-31.206639157456095</c:v>
              </c:pt>
              <c:pt idx="19">
                <c:v>-36.0391238229123</c:v>
              </c:pt>
              <c:pt idx="20">
                <c:v>-38.194744435255018</c:v>
              </c:pt>
              <c:pt idx="21">
                <c:v>-36.341155494706925</c:v>
              </c:pt>
              <c:pt idx="22">
                <c:v>-25.890924491841623</c:v>
              </c:pt>
              <c:pt idx="23">
                <c:v>-19.585788794872634</c:v>
              </c:pt>
              <c:pt idx="24">
                <c:v>-16.010162535376779</c:v>
              </c:pt>
              <c:pt idx="25">
                <c:v>-14.517143807440121</c:v>
              </c:pt>
              <c:pt idx="26">
                <c:v>-15.046893145311676</c:v>
              </c:pt>
              <c:pt idx="27">
                <c:v>-17.557943381438712</c:v>
              </c:pt>
              <c:pt idx="28">
                <c:v>-17.0558475558015</c:v>
              </c:pt>
              <c:pt idx="29">
                <c:v>-11.589375019546203</c:v>
              </c:pt>
              <c:pt idx="30">
                <c:v>-7.4042489343773026</c:v>
              </c:pt>
              <c:pt idx="31">
                <c:v>-4.6125511520929505</c:v>
              </c:pt>
              <c:pt idx="32">
                <c:v>-2.7508708090502125</c:v>
              </c:pt>
              <c:pt idx="33">
                <c:v>-1.5322350303176595</c:v>
              </c:pt>
              <c:pt idx="34">
                <c:v>-0.78311947320159447</c:v>
              </c:pt>
              <c:pt idx="35">
                <c:v>-0.3995858768980618</c:v>
              </c:pt>
              <c:pt idx="36">
                <c:v>-0.32843091042872352</c:v>
              </c:pt>
              <c:pt idx="37">
                <c:v>-0.55979093170104655</c:v>
              </c:pt>
              <c:pt idx="38">
                <c:v>-1.1287781408400441</c:v>
              </c:pt>
              <c:pt idx="39">
                <c:v>-2.1211631896018606</c:v>
              </c:pt>
              <c:pt idx="40">
                <c:v>-3.6953252580084648</c:v>
              </c:pt>
              <c:pt idx="41">
                <c:v>-6.1397241357808054</c:v>
              </c:pt>
              <c:pt idx="42">
                <c:v>-10.058708375951687</c:v>
              </c:pt>
              <c:pt idx="43">
                <c:v>-17.146387260755944</c:v>
              </c:pt>
              <c:pt idx="44">
                <c:v>-23.445774891363389</c:v>
              </c:pt>
              <c:pt idx="45">
                <c:v>-16.048165098333754</c:v>
              </c:pt>
              <c:pt idx="46">
                <c:v>-13.811043771191684</c:v>
              </c:pt>
              <c:pt idx="47">
                <c:v>-14.505651206934562</c:v>
              </c:pt>
              <c:pt idx="48">
                <c:v>-17.878288936599592</c:v>
              </c:pt>
              <c:pt idx="49">
                <c:v>-23.767662181503482</c:v>
              </c:pt>
              <c:pt idx="50">
                <c:v>-23.021362740563312</c:v>
              </c:pt>
              <c:pt idx="51">
                <c:v>-20.345841934377788</c:v>
              </c:pt>
              <c:pt idx="52">
                <c:v>-20.302544369800202</c:v>
              </c:pt>
              <c:pt idx="53">
                <c:v>-21.218341867022371</c:v>
              </c:pt>
              <c:pt idx="54">
                <c:v>-20.905416156874889</c:v>
              </c:pt>
              <c:pt idx="55">
                <c:v>-19.723358483402428</c:v>
              </c:pt>
              <c:pt idx="56">
                <c:v>-18.571139901639874</c:v>
              </c:pt>
              <c:pt idx="57">
                <c:v>-17.252383122879422</c:v>
              </c:pt>
              <c:pt idx="58">
                <c:v>-15.98013314930931</c:v>
              </c:pt>
              <c:pt idx="59">
                <c:v>-15.3107703522203</c:v>
              </c:pt>
              <c:pt idx="60">
                <c:v>-15.488552702543162</c:v>
              </c:pt>
              <c:pt idx="61">
                <c:v>-16.415448449372104</c:v>
              </c:pt>
              <c:pt idx="62">
                <c:v>-17.749160199028825</c:v>
              </c:pt>
              <c:pt idx="63">
                <c:v>-19.058243208636902</c:v>
              </c:pt>
              <c:pt idx="64">
                <c:v>-20.075295095626345</c:v>
              </c:pt>
              <c:pt idx="65">
                <c:v>-20.569157367851798</c:v>
              </c:pt>
              <c:pt idx="66">
                <c:v>-20.103177352356042</c:v>
              </c:pt>
              <c:pt idx="67">
                <c:v>-18.70705932465712</c:v>
              </c:pt>
              <c:pt idx="68">
                <c:v>-17.050823670366405</c:v>
              </c:pt>
              <c:pt idx="69">
                <c:v>-15.633141587369405</c:v>
              </c:pt>
              <c:pt idx="70">
                <c:v>-14.616747114224266</c:v>
              </c:pt>
              <c:pt idx="71">
                <c:v>-14.023594124924355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3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(Total)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7.7131269455324585</c:v>
              </c:pt>
              <c:pt idx="1">
                <c:v>10.108457073508619</c:v>
              </c:pt>
              <c:pt idx="2">
                <c:v>10.629090024538488</c:v>
              </c:pt>
              <c:pt idx="3">
                <c:v>11.228213865955375</c:v>
              </c:pt>
              <c:pt idx="4">
                <c:v>11.880330873500844</c:v>
              </c:pt>
              <c:pt idx="5">
                <c:v>12.552273496716222</c:v>
              </c:pt>
              <c:pt idx="6">
                <c:v>13.199747161508544</c:v>
              </c:pt>
              <c:pt idx="7">
                <c:v>13.796373048207553</c:v>
              </c:pt>
              <c:pt idx="8">
                <c:v>13.955247632011691</c:v>
              </c:pt>
              <c:pt idx="9">
                <c:v>13.467740256266769</c:v>
              </c:pt>
              <c:pt idx="10">
                <c:v>11.174659006325419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4"/>
          <c:min val="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(LHC)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2.5986496516999642</c:v>
              </c:pt>
              <c:pt idx="1">
                <c:v>-12.365914360622538</c:v>
              </c:pt>
              <c:pt idx="2">
                <c:v>-13.643519641760314</c:v>
              </c:pt>
              <c:pt idx="3">
                <c:v>-15.543515263925423</c:v>
              </c:pt>
              <c:pt idx="4">
                <c:v>-16.6006780391018</c:v>
              </c:pt>
              <c:pt idx="5">
                <c:v>-15.964029367547617</c:v>
              </c:pt>
              <c:pt idx="6">
                <c:v>-15.412516183790947</c:v>
              </c:pt>
              <c:pt idx="7">
                <c:v>-10.759156653390551</c:v>
              </c:pt>
              <c:pt idx="8">
                <c:v>-7.210445782179228</c:v>
              </c:pt>
              <c:pt idx="9">
                <c:v>-10.563349264032471</c:v>
              </c:pt>
              <c:pt idx="10">
                <c:v>-4.95095923754234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3"/>
          <c:min val="-1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(RHC)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6.1141809729170866</c:v>
              </c:pt>
              <c:pt idx="1">
                <c:v>10.08382060758427</c:v>
              </c:pt>
              <c:pt idx="2">
                <c:v>10.612821937207762</c:v>
              </c:pt>
              <c:pt idx="3">
                <c:v>11.219071292743227</c:v>
              </c:pt>
              <c:pt idx="4">
                <c:v>11.87416504167409</c:v>
              </c:pt>
              <c:pt idx="5">
                <c:v>12.546157605055164</c:v>
              </c:pt>
              <c:pt idx="6">
                <c:v>13.193765014935966</c:v>
              </c:pt>
              <c:pt idx="7">
                <c:v>13.781132761661645</c:v>
              </c:pt>
              <c:pt idx="8">
                <c:v>13.921914158045425</c:v>
              </c:pt>
              <c:pt idx="9">
                <c:v>13.450539993224801</c:v>
              </c:pt>
              <c:pt idx="10">
                <c:v>11.067364829777908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4"/>
          <c:min val="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(Horizontal)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5.5710351299125884</c:v>
              </c:pt>
              <c:pt idx="1">
                <c:v>7.3531335330742822</c:v>
              </c:pt>
              <c:pt idx="2">
                <c:v>7.7712865086035752</c:v>
              </c:pt>
              <c:pt idx="3">
                <c:v>8.2447550036826431</c:v>
              </c:pt>
              <c:pt idx="4">
                <c:v>8.7524891920607</c:v>
              </c:pt>
              <c:pt idx="5">
                <c:v>9.2343372374961969</c:v>
              </c:pt>
              <c:pt idx="6">
                <c:v>9.8555230612145621</c:v>
              </c:pt>
              <c:pt idx="7">
                <c:v>10.240166913694663</c:v>
              </c:pt>
              <c:pt idx="8">
                <c:v>10.209096456904369</c:v>
              </c:pt>
              <c:pt idx="9">
                <c:v>9.8787293873320845</c:v>
              </c:pt>
              <c:pt idx="10">
                <c:v>6.826900382598593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1"/>
          <c:min val="5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(Vertical)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3.6165529358505433</c:v>
              </c:pt>
              <c:pt idx="1">
                <c:v>6.8272720520295449</c:v>
              </c:pt>
              <c:pt idx="2">
                <c:v>7.4607434499980716</c:v>
              </c:pt>
              <c:pt idx="3">
                <c:v>8.190905894337984</c:v>
              </c:pt>
              <c:pt idx="4">
                <c:v>8.9844750296727991</c:v>
              </c:pt>
              <c:pt idx="5">
                <c:v>9.8292522558189237</c:v>
              </c:pt>
              <c:pt idx="6">
                <c:v>10.49951934203188</c:v>
              </c:pt>
              <c:pt idx="7">
                <c:v>11.270958127147869</c:v>
              </c:pt>
              <c:pt idx="8">
                <c:v>11.573997114571375</c:v>
              </c:pt>
              <c:pt idx="9">
                <c:v>10.96802530237672</c:v>
              </c:pt>
              <c:pt idx="10">
                <c:v>9.1854572279873441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2"/>
          <c:min val="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(Handed)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0.19965216325931004</c:v>
              </c:pt>
              <c:pt idx="1">
                <c:v>0.85973049509680466</c:v>
              </c:pt>
              <c:pt idx="2">
                <c:v>0.88455083957472413</c:v>
              </c:pt>
              <c:pt idx="3">
                <c:v>0.9122174970240019</c:v>
              </c:pt>
              <c:pt idx="4">
                <c:v>0.92735277019828144</c:v>
              </c:pt>
              <c:pt idx="5">
                <c:v>0.92763710571080837</c:v>
              </c:pt>
              <c:pt idx="6">
                <c:v>0.92840476228655644</c:v>
              </c:pt>
              <c:pt idx="7">
                <c:v>0.88805610231911924</c:v>
              </c:pt>
              <c:pt idx="8">
                <c:v>0.83861170837704979</c:v>
              </c:pt>
              <c:pt idx="9">
                <c:v>0.88147653396921277</c:v>
              </c:pt>
              <c:pt idx="10">
                <c:v>0.72688409823764977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(IEEE)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13.994519596045365</c:v>
              </c:pt>
              <c:pt idx="1">
                <c:v>1.3127533666567488</c:v>
              </c:pt>
              <c:pt idx="2">
                <c:v>1.0655440190818286</c:v>
              </c:pt>
              <c:pt idx="3">
                <c:v>0.79803203834762348</c:v>
              </c:pt>
              <c:pt idx="4">
                <c:v>0.65510052732455581</c:v>
              </c:pt>
              <c:pt idx="5">
                <c:v>0.65243775602492848</c:v>
              </c:pt>
              <c:pt idx="6">
                <c:v>0.64525280961606091</c:v>
              </c:pt>
              <c:pt idx="7">
                <c:v>1.0311919421311169</c:v>
              </c:pt>
              <c:pt idx="8">
                <c:v>1.5287815687217994</c:v>
              </c:pt>
              <c:pt idx="9">
                <c:v>1.0957848936875758</c:v>
              </c:pt>
              <c:pt idx="10">
                <c:v>2.7706966386271907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(Co)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5.5710351299125884</c:v>
              </c:pt>
              <c:pt idx="1">
                <c:v>7.3531335330742822</c:v>
              </c:pt>
              <c:pt idx="2">
                <c:v>7.7712865086035752</c:v>
              </c:pt>
              <c:pt idx="3">
                <c:v>8.2447550036826431</c:v>
              </c:pt>
              <c:pt idx="4">
                <c:v>8.7524891920607</c:v>
              </c:pt>
              <c:pt idx="5">
                <c:v>9.2343372374961969</c:v>
              </c:pt>
              <c:pt idx="6">
                <c:v>9.8555230612145621</c:v>
              </c:pt>
              <c:pt idx="7">
                <c:v>10.240166913694663</c:v>
              </c:pt>
              <c:pt idx="8">
                <c:v>10.209096456904369</c:v>
              </c:pt>
              <c:pt idx="9">
                <c:v>9.8787293873320845</c:v>
              </c:pt>
              <c:pt idx="10">
                <c:v>6.826900382598593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1"/>
          <c:min val="5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(Cross)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E65D00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3.6165529358505433</c:v>
              </c:pt>
              <c:pt idx="1">
                <c:v>6.8272720520295449</c:v>
              </c:pt>
              <c:pt idx="2">
                <c:v>7.4607434499980716</c:v>
              </c:pt>
              <c:pt idx="3">
                <c:v>8.190905894337984</c:v>
              </c:pt>
              <c:pt idx="4">
                <c:v>8.9844750296727991</c:v>
              </c:pt>
              <c:pt idx="5">
                <c:v>9.8292522558189237</c:v>
              </c:pt>
              <c:pt idx="6">
                <c:v>10.49951934203188</c:v>
              </c:pt>
              <c:pt idx="7">
                <c:v>11.270958127147869</c:v>
              </c:pt>
              <c:pt idx="8">
                <c:v>11.573997114571375</c:v>
              </c:pt>
              <c:pt idx="9">
                <c:v>10.96802530237672</c:v>
              </c:pt>
              <c:pt idx="10">
                <c:v>9.1854572279873441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2"/>
          <c:min val="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8954A-5A66-416D-8FA9-B6318C2B14DC}" type="datetimeFigureOut">
              <a:rPr lang="en-US" smtClean="0"/>
              <a:pPr/>
              <a:t>2/5/2013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C7876-5907-49A4-9DF0-157962E6097F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689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500" b="1">
                <a:latin typeface="Trebuchet M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tx2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514600"/>
            <a:ext cx="8077200" cy="1470025"/>
          </a:xfrm>
          <a:prstGeom prst="rect">
            <a:avLst/>
          </a:prstGeom>
        </p:spPr>
        <p:txBody>
          <a:bodyPr/>
          <a:lstStyle>
            <a:lvl1pPr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Inver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ond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11425"/>
            <a:ext cx="7772400" cy="9175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505200"/>
            <a:ext cx="7772400" cy="11430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3808800" cy="304800"/>
          </a:xfrm>
        </p:spPr>
        <p:txBody>
          <a:bodyPr anchor="b"/>
          <a:lstStyle>
            <a:lvl1pPr marL="0" indent="0" algn="ctr">
              <a:buNone/>
              <a:defRPr sz="1600" b="0">
                <a:solidFill>
                  <a:srgbClr val="D65327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44132"/>
            <a:ext cx="3808800" cy="3808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371601"/>
            <a:ext cx="3808800" cy="304800"/>
          </a:xfrm>
        </p:spPr>
        <p:txBody>
          <a:bodyPr anchor="b"/>
          <a:lstStyle>
            <a:lvl1pPr marL="0" indent="0" algn="ctr">
              <a:buNone/>
              <a:defRPr sz="1600" b="0">
                <a:solidFill>
                  <a:srgbClr val="D65327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9" y="1746000"/>
            <a:ext cx="3808800" cy="3808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CBC8D4-5016-462B-A837-62BCB7ACA95E}" type="datetimeFigureOut">
              <a:rPr lang="en-US" smtClean="0"/>
              <a:pPr/>
              <a:t>2/5/2013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6D4E93-C918-4056-BF85-40B62B528652}" type="slidenum">
              <a:rPr lang="en-ZA" smtClean="0"/>
              <a:pPr/>
              <a:t>‹#›</a:t>
            </a:fld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800" y="1371600"/>
            <a:ext cx="3808800" cy="306000"/>
          </a:xfrm>
        </p:spPr>
        <p:txBody>
          <a:bodyPr anchor="b"/>
          <a:lstStyle>
            <a:lvl1pPr marL="0" indent="0" algn="ctr">
              <a:buNone/>
              <a:defRPr sz="1600" b="0">
                <a:solidFill>
                  <a:srgbClr val="D65327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5800" y="1746000"/>
            <a:ext cx="3808800" cy="3808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CBC8D4-5016-462B-A837-62BCB7ACA95E}" type="datetimeFigureOut">
              <a:rPr lang="en-US" smtClean="0"/>
              <a:pPr/>
              <a:t>2/5/2013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6D4E93-C918-4056-BF85-40B62B528652}" type="slidenum">
              <a:rPr lang="en-ZA" smtClean="0"/>
              <a:pPr/>
              <a:t>‹#›</a:t>
            </a:fld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500" b="1">
                <a:latin typeface="Trebuchet M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tx2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 descr="Globe-gre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0338" y="1052513"/>
            <a:ext cx="3927475" cy="3794125"/>
          </a:xfrm>
          <a:prstGeom prst="rect">
            <a:avLst/>
          </a:prstGeom>
          <a:noFill/>
        </p:spPr>
      </p:pic>
      <p:pic>
        <p:nvPicPr>
          <p:cNvPr id="14344" name="Picture 8" descr="Titl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916238" y="5373688"/>
            <a:ext cx="10791826" cy="952500"/>
          </a:xfrm>
          <a:prstGeom prst="rect">
            <a:avLst/>
          </a:prstGeom>
          <a:noFill/>
        </p:spPr>
      </p:pic>
      <p:pic>
        <p:nvPicPr>
          <p:cNvPr id="14345" name="Picture 9" descr="Logo-colou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4388" y="287338"/>
            <a:ext cx="1714500" cy="838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Logo-colou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6188" y="260350"/>
            <a:ext cx="1296987" cy="633413"/>
          </a:xfrm>
          <a:prstGeom prst="rect">
            <a:avLst/>
          </a:prstGeom>
          <a:noFill/>
        </p:spPr>
      </p:pic>
      <p:pic>
        <p:nvPicPr>
          <p:cNvPr id="10" name="Picture 8" descr="Globe-gre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263" y="4078288"/>
            <a:ext cx="5238750" cy="4751387"/>
          </a:xfrm>
          <a:prstGeom prst="rect">
            <a:avLst/>
          </a:prstGeom>
          <a:noFill/>
        </p:spPr>
      </p:pic>
      <p:pic>
        <p:nvPicPr>
          <p:cNvPr id="11" name="Picture 9" descr="Antenna-Magu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611188" y="5516563"/>
            <a:ext cx="5759451" cy="96202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38" y="1844675"/>
            <a:ext cx="6858000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Symbol-colou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01013" y="6237288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2" descr="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54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7" name="Picture 35" descr="Symbol-whi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1013" y="6207125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36" descr="Line-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38" descr="bo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7450" y="1844675"/>
            <a:ext cx="6954838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E6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549525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ZA" smtClean="0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471863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ZA" smtClean="0"/>
              <a:t>Click to edit Master text styles</a:t>
            </a:r>
          </a:p>
        </p:txBody>
      </p:sp>
      <p:pic>
        <p:nvPicPr>
          <p:cNvPr id="14344" name="Picture 4" descr="Symbol-colou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1013" y="6237288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2" descr="L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ZA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smtClean="0"/>
          </a:p>
        </p:txBody>
      </p:sp>
      <p:pic>
        <p:nvPicPr>
          <p:cNvPr id="14344" name="Picture 4" descr="Symbol-colou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01013" y="6237288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2" descr="Lin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 userDrawn="1"/>
        </p:nvSpPr>
        <p:spPr bwMode="auto">
          <a:xfrm rot="16200000">
            <a:off x="6491287" y="3709988"/>
            <a:ext cx="4524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dirty="0" smtClean="0">
                <a:solidFill>
                  <a:srgbClr val="D65327"/>
                </a:solidFill>
                <a:latin typeface="+mn-lt"/>
                <a:ea typeface="+mn-ea"/>
                <a:cs typeface="+mn-cs"/>
              </a:rPr>
              <a:t>Antenna Magus 15.1.0: </a:t>
            </a:r>
            <a:r>
              <a: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Sunday, December 21, 2025</a:t>
            </a:r>
            <a:endParaRPr kumimoji="0" lang="en-ZA" sz="500" i="0" u="none" strike="noStrike" kern="0" cap="none" spc="0" normalizeH="0" baseline="0" noProof="0" dirty="0">
              <a:ln>
                <a:noFill/>
              </a:ln>
              <a:solidFill>
                <a:srgbClr val="4D4644"/>
              </a:solidFill>
              <a:effectLst/>
              <a:uLnTx/>
              <a:uFillTx/>
              <a:ea typeface="+mj-ea"/>
              <a:cs typeface="Tahom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02" r:id="rId2"/>
    <p:sldLayoutId id="214748370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500">
          <a:solidFill>
            <a:srgbClr val="333333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rgbClr val="333333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500">
          <a:solidFill>
            <a:srgbClr val="333333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 descr="Globe-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0338" y="1052513"/>
            <a:ext cx="3927475" cy="3794125"/>
          </a:xfrm>
          <a:prstGeom prst="rect">
            <a:avLst/>
          </a:prstGeom>
          <a:noFill/>
        </p:spPr>
      </p:pic>
      <p:pic>
        <p:nvPicPr>
          <p:cNvPr id="14345" name="Picture 9" descr="Logo-colou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64388" y="287338"/>
            <a:ext cx="1714500" cy="838200"/>
          </a:xfrm>
          <a:prstGeom prst="rect">
            <a:avLst/>
          </a:prstGeom>
          <a:noFill/>
        </p:spPr>
      </p:pic>
      <p:pic>
        <p:nvPicPr>
          <p:cNvPr id="1029" name="Picture 5" descr="C:\Robert\magus\Graphic design\For resellers\Presentations\AntennaMagusTagLine2012_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4824" y="5487988"/>
            <a:ext cx="98679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Logo-colou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96188" y="260350"/>
            <a:ext cx="1296987" cy="633413"/>
          </a:xfrm>
          <a:prstGeom prst="rect">
            <a:avLst/>
          </a:prstGeom>
          <a:noFill/>
        </p:spPr>
      </p:pic>
      <p:pic>
        <p:nvPicPr>
          <p:cNvPr id="10" name="Picture 8" descr="Globe-gre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263" y="4078288"/>
            <a:ext cx="5238750" cy="4751387"/>
          </a:xfrm>
          <a:prstGeom prst="rect">
            <a:avLst/>
          </a:prstGeom>
          <a:noFill/>
        </p:spPr>
      </p:pic>
      <p:pic>
        <p:nvPicPr>
          <p:cNvPr id="2050" name="Picture 2" descr="C:\Robert\magus\Graphic design\For resellers\Presentations\AntennaMagusTagLine2012 regula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5657591"/>
            <a:ext cx="4437862" cy="83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9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0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image" Target="/ppt/media/image14.png" Id="R5c9fff63c42345b7" /><Relationship Type="http://schemas.openxmlformats.org/officeDocument/2006/relationships/image" Target="/ppt/media/image15.png" Id="Rd6c376134da041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6.png" Id="Rc2f6476434974d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7.png" Id="R6da3d6f427264e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8.png" Id="Rb2018b5bcdc543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9.png" Id="Ra117c3eaf5b0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0.png" Id="R87af3752703c4e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1.png" Id="R9c06f3565d0f4e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2.png" Id="R5587e65e173a4d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3.png" Id="R2213d6c3bf0343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4.png" Id="R78f8317a139c40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5.png" Id="R60390ee451d04a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6.png" Id="R9711ad03766e48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7.png" Id="R6a120998ea9542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.xml" Id="Rd89ee5c3a2894e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2.xml" Id="Rcc237cf2b12c44e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3.xml" Id="Rf24d0eec6aae43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4.xml" Id="R8ab226c5464e4d0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28.png" Id="Ra3d7aa6d601a43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5.xml" Id="Rb46624546c8e414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29.png" Id="Ref8149d67a174be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6.xml" Id="R86bc614897384b1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0.png" Id="R5af6c162285447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7.xml" Id="Rb154c4ceb2f643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1.png" Id="Rf80763692ff342c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8.xml" Id="R4a1ebe53f270407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2.png" Id="R38730fe81ebd4a6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9.xml" Id="R63fbe6a2a05347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3.png" Id="Rdcade9f9cb28472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0.xml" Id="R6ec955a8fe5d481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4.png" Id="R2a82c77bd85145d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1.xml" Id="R564dbd1e11c84a0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5.png" Id="R733d5f7a510f4e2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2.xml" Id="R7e3f0eba11a042a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6.png" Id="R632559999b064c7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3.xml" Id="Rf9e43e9fa64a4f9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4.xml" Id="R5053fea1548647d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5.xml" Id="R57b9ab34c7044cf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6.xml" Id="R4b70d82e9e4846a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7.xml" Id="Ra94ef245d153427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8.xml" Id="Rb7ff831936c04e7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9.xml" Id="Rf2d7ee5a237b4ce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20.xml" Id="R468f5eca3cbb448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21.xml" Id="Re678d2f820b44da7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sz="3200" dirty="0"/>
              <a:t>Axial-mode wire helix</a:t>
            </a:r>
            <a:endParaRPr lang="en-ZA" sz="32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Antenna 3 : </a:t>
            </a:r>
            <a:r>
              <a:rPr lang="en-ZA" dirty="0" smtClean="0"/>
              <a:t>Results</a:t>
            </a: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3200" dirty="0" smtClean="0"/>
              <a:t>Axial-mode wire helix</a:t>
            </a:r>
            <a:endParaRPr lang="en-ZA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sz="2400" dirty="0" smtClean="0"/>
              <a:t>Antenna 3 : sketches, objectives and parameters</a:t>
            </a:r>
            <a:endParaRPr lang="en-Z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Antenna Structure: Antenna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Antenna Structure: Antenna Parameters (2)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Sketches</a:t>
            </a:r>
            <a:endParaRPr lang="en-ZA" sz="32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b="1" dirty="0" smtClean="0">
                <a:latin typeface="+mn-lt"/>
              </a:rPr>
              <a:t>Side view</a:t>
            </a:r>
            <a:endParaRPr lang="en-ZA" b="1" dirty="0">
              <a:latin typeface="+mn-lt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Top view</a:t>
            </a:r>
            <a:endParaRPr lang="en-ZA" b="1" dirty="0" smtClean="0">
              <a:latin typeface="+mn-lt"/>
            </a:endParaRPr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5c9fff63c42345b7" cstate="print"/>
          <a:stretch>
            <a:fillRect/>
          </a:stretch>
        </p:blipFill>
        <p:spPr/>
      </p:pic>
      <p:pic>
        <p:nvPicPr>
          <p:cNvPr id="15" name="Content Placeholder 14" descr="sketch.png"/>
          <p:cNvPicPr>
            <a:picLocks noGrp="1" noChangeAspect="1"/>
          </p:cNvPicPr>
          <p:nvPr>
            <p:ph sz="quarter" idx="4"/>
          </p:nvPr>
        </p:nvPicPr>
        <p:blipFill>
          <a:blip r:embed="Rd6c376134da0413d" cstate="print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c2f6476434974d12" cstate="print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Front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6da3d6f427264e96" cstate="print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Left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b2018b5bcdc543aa" cstate="print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Right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a117c3eaf5b04390" cstate="print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Top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87af3752703c4eee" cstate="print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Bottom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9c06f3565d0f4eed" cstate="print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Snapshot 1: Design Objectives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2.4 GHz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desired 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Gain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dBi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Polarisation (transmitting)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RHC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Objective Group: gain and wire diameter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Snapshot 1: Physical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124.9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Right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4.997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Snapshot 1: Derived Quantities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235.7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1.026 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5587e65e173a4db3" cstate="print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Front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2213d6c3bf0343c3" cstate="print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Left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78f8317a139c40b2" cstate="print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Right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60390ee451d04a4c" cstate="print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Top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9711ad03766e48c5" cstate="print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Bottom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6a120998ea95425a" cstate="print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Design 1: Design Objectives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2.4 GHz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desired 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3dB beamwidth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45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Polarisation (transmitting)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RHC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Objective Group: beamwidth and wire diameter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Design 1: Physical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1.291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124.9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Right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4.997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10.5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Design 1: Derived Quantities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307.8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1.346 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Axial-mode wire helix</a:t>
            </a:r>
            <a:endParaRPr lang="en-US" sz="32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sz="2400" dirty="0" smtClean="0"/>
              <a:t>Antenna 3 : estimated performance charts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d89ee5c3a2894e5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cc237cf2b12c44ec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 </a:t>
            </a:r>
            <a:r>
              <a:rPr lang="en-US" sz="3200" dirty="0" smtClean="0"/>
              <a:t/>
            </a:r>
            <a:endParaRPr lang="en-ZA" sz="3200" dirty="0"/>
          </a:p>
        </p:txBody>
      </p:sp>
      <p:graphicFrame>
        <p:nvGraphicFramePr>
          <p:cNvPr id="11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455183"/>
              </p:ext>
            </p:extLst>
          </p:nvPr>
        </p:nvGraphicFramePr>
        <p:xfrm>
          <a:off x="455579" y="1768520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/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Design 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Reference impedance @ port 1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(140+0j) Ω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429966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Reflection coefficient (20log|Γ|)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24d0eec6aae43d0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 </a:t>
            </a:r>
            <a:r>
              <a:rPr lang="en-US" sz="3200" dirty="0" smtClean="0"/>
              <a:t/>
            </a:r>
            <a:endParaRPr lang="en-ZA" sz="3200" dirty="0"/>
          </a:p>
        </p:txBody>
      </p:sp>
      <p:graphicFrame>
        <p:nvGraphicFramePr>
          <p:cNvPr id="11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455183"/>
              </p:ext>
            </p:extLst>
          </p:nvPr>
        </p:nvGraphicFramePr>
        <p:xfrm>
          <a:off x="455579" y="1768520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/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Design 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Reference impedance @ port 1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(140+0j) Ω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429966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VSWR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8ab226c5464e4d0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a3d7aa6d601a432d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(Total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b46624546c8e4144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ef8149d67a174be7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(LHC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86bc614897384b1e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5af6c1622854474c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(RHC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b154c4ceb2f6436e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f80763692ff342cb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(Horizontal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4a1ebe53f270407e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38730fe81ebd4a69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(Vertical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63fbe6a2a053479d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dcade9f9cb284721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Axial Ratio (Handed)</a:t>
            </a:r>
            <a:endParaRPr lang="en-US" sz="16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6ec955a8fe5d4816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2a82c77bd85145d9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Axial Ratio (IEEE)</a:t>
            </a:r>
            <a:endParaRPr lang="en-US" sz="1600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564dbd1e11c84a0f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733d5f7a510f4e28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Ludwig III (Co)</a:t>
            </a:r>
            <a:endParaRPr lang="en-US" sz="1600" b="1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7e3f0eba11a042a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632559999b064c78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Ludwig III (Cross)</a:t>
            </a:r>
            <a:endParaRPr lang="en-US" sz="1600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9e43e9fa64a4f99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5053fea1548647d9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57b9ab34c7044cf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4b70d82e9e4846a1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a94ef245d153427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b7ff831936c04e77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2d7ee5a237b4ce0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468f5eca3cbb4483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e678d2f820b44da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gusTempl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Master">
  <a:themeElements>
    <a:clrScheme name="MagusThemeColours">
      <a:dk1>
        <a:srgbClr val="C54C00"/>
      </a:dk1>
      <a:lt1>
        <a:srgbClr val="FFFFFF"/>
      </a:lt1>
      <a:dk2>
        <a:srgbClr val="EAAB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ubTitleMaster">
  <a:themeElements>
    <a:clrScheme name="MagusThemeColours">
      <a:dk1>
        <a:srgbClr val="C54C00"/>
      </a:dk1>
      <a:lt1>
        <a:srgbClr val="FFFFFF"/>
      </a:lt1>
      <a:dk2>
        <a:srgbClr val="EAAB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ubTitleMasterInvert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SecondSubTitleMaster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PageMaster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Antenna MagusTemplate 2012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TitleMaster">
  <a:themeElements>
    <a:clrScheme name="MagusThemeColours">
      <a:dk1>
        <a:srgbClr val="C54C00"/>
      </a:dk1>
      <a:lt1>
        <a:srgbClr val="FFFFFF"/>
      </a:lt1>
      <a:dk2>
        <a:srgbClr val="EAAB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ns:customPropertyEditors xmlns:tns="http://schemas.microsoft.com/office/2006/customDocumentInformationPanel">
  <tns:showOnOpen>false</tns:showOnOpen>
  <tns:defaultPropertyEditorNamespace>Standard properties</tns:defaultPropertyEditorNamespace>
</tns:customPropertyEditors>
</file>

<file path=customXml/itemProps1.xml><?xml version="1.0" encoding="utf-8"?>
<ds:datastoreItem xmlns:ds="http://schemas.openxmlformats.org/officeDocument/2006/customXml" ds:itemID="{0DFA40BD-EFC1-4DAE-A596-C8E6DFA70708}">
  <ds:schemaRefs>
    <ds:schemaRef ds:uri="http://schemas.microsoft.com/office/2006/customDocumentInformationPan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MagusTemplate</Template>
  <TotalTime>11121</TotalTime>
  <Words>67</Words>
  <Application>Microsoft Office PowerPoint</Application>
  <PresentationFormat>On-screen Show (4:3)</PresentationFormat>
  <Paragraphs>26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MagusTemplate</vt:lpstr>
      <vt:lpstr>TitleMaster</vt:lpstr>
      <vt:lpstr>SubTitleMaster</vt:lpstr>
      <vt:lpstr>SubTitleMasterInvert</vt:lpstr>
      <vt:lpstr>SecondSubTitleMaster</vt:lpstr>
      <vt:lpstr>PageMaster</vt:lpstr>
      <vt:lpstr>Antenna MagusTemplate 2012</vt:lpstr>
      <vt:lpstr>1_TitleMaster</vt:lpstr>
      <vt:lpstr>PowerPoint Presentation</vt:lpstr>
      <vt:lpstr>$info-doc-name</vt:lpstr>
      <vt:lpstr>$info-doc-name</vt:lpstr>
      <vt:lpstr>$slide-title</vt:lpstr>
      <vt:lpstr>$slide-title</vt:lpstr>
      <vt:lpstr>$title: $subtitle $page-count</vt:lpstr>
      <vt:lpstr>$info-doc-name</vt:lpstr>
      <vt:lpstr>$chart-group-title</vt:lpstr>
      <vt:lpstr>$chart-group-title</vt:lpstr>
      <vt:lpstr>$slide-title</vt:lpstr>
      <vt:lpstr>$chart-group-title $page-count</vt:lpstr>
    </vt:vector>
  </TitlesOfParts>
  <Company>Magus (Pty)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Antenna 3</dc:title>
  <dc:creator>Antenna Magus 15.1.0</dc:creator>
  <cp:lastModifiedBy>JP Beaurain</cp:lastModifiedBy>
  <cp:revision>423</cp:revision>
  <dcterms:created xsi:type="dcterms:W3CDTF">2009-05-28T12:22:26Z</dcterms:created>
  <dcterms:modified xsi:type="dcterms:W3CDTF">2013-02-05T13:36:24Z</dcterms:modified>
</cp:coreProperties>
</file>